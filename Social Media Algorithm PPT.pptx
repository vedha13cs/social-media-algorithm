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1" r:id="rId1"/>
  </p:sldMasterIdLst>
  <p:notesMasterIdLst>
    <p:notesMasterId r:id="rId16"/>
  </p:notesMasterIdLst>
  <p:handoutMasterIdLst>
    <p:handoutMasterId r:id="rId17"/>
  </p:handoutMasterIdLst>
  <p:sldIdLst>
    <p:sldId id="279" r:id="rId2"/>
    <p:sldId id="281" r:id="rId3"/>
    <p:sldId id="280" r:id="rId4"/>
    <p:sldId id="297" r:id="rId5"/>
    <p:sldId id="298" r:id="rId6"/>
    <p:sldId id="283" r:id="rId7"/>
    <p:sldId id="302" r:id="rId8"/>
    <p:sldId id="304" r:id="rId9"/>
    <p:sldId id="306" r:id="rId10"/>
    <p:sldId id="303" r:id="rId11"/>
    <p:sldId id="301" r:id="rId12"/>
    <p:sldId id="305" r:id="rId13"/>
    <p:sldId id="307" r:id="rId14"/>
    <p:sldId id="290" r:id="rId15"/>
  </p:sldIdLst>
  <p:sldSz cx="12192000" cy="6858000"/>
  <p:notesSz cx="6858000" cy="9144000"/>
  <p:embeddedFontLst>
    <p:embeddedFont>
      <p:font typeface="Inclusive Sans" panose="020B0604020202020204" charset="0"/>
      <p:regular r:id="rId18"/>
      <p:italic r:id="rId19"/>
    </p:embeddedFont>
  </p:embeddedFont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4D"/>
    <a:srgbClr val="004474"/>
    <a:srgbClr val="F2F2F2"/>
    <a:srgbClr val="F2D230"/>
    <a:srgbClr val="7F63A6"/>
    <a:srgbClr val="F2389E"/>
    <a:srgbClr val="474747"/>
    <a:srgbClr val="005A9A"/>
    <a:srgbClr val="338DCD"/>
    <a:srgbClr val="004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B63CF-23EF-43EB-A601-41535CB7A9FB}" v="992" dt="2026-03-08T17:25:23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5" autoAdjust="0"/>
    <p:restoredTop sz="95260" autoAdjust="0"/>
  </p:normalViewPr>
  <p:slideViewPr>
    <p:cSldViewPr snapToGrid="0">
      <p:cViewPr varScale="1">
        <p:scale>
          <a:sx n="82" d="100"/>
          <a:sy n="82" d="100"/>
        </p:scale>
        <p:origin x="79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197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ha1321@gmail.com" userId="68aae82ff180e460" providerId="LiveId" clId="{12DAA9DF-24B3-4293-AFD6-3D13CFBE64E0}"/>
    <pc:docChg chg="undo custSel addSld delSld modSld sldOrd">
      <pc:chgData name="vedha1321@gmail.com" userId="68aae82ff180e460" providerId="LiveId" clId="{12DAA9DF-24B3-4293-AFD6-3D13CFBE64E0}" dt="2026-03-08T17:29:47.769" v="1662" actId="20577"/>
      <pc:docMkLst>
        <pc:docMk/>
      </pc:docMkLst>
      <pc:sldChg chg="del">
        <pc:chgData name="vedha1321@gmail.com" userId="68aae82ff180e460" providerId="LiveId" clId="{12DAA9DF-24B3-4293-AFD6-3D13CFBE64E0}" dt="2026-03-08T09:04:59.581" v="602" actId="2696"/>
        <pc:sldMkLst>
          <pc:docMk/>
          <pc:sldMk cId="3937207663" sldId="264"/>
        </pc:sldMkLst>
      </pc:sldChg>
      <pc:sldChg chg="del">
        <pc:chgData name="vedha1321@gmail.com" userId="68aae82ff180e460" providerId="LiveId" clId="{12DAA9DF-24B3-4293-AFD6-3D13CFBE64E0}" dt="2026-03-08T09:04:39.125" v="599" actId="2696"/>
        <pc:sldMkLst>
          <pc:docMk/>
          <pc:sldMk cId="697116550" sldId="265"/>
        </pc:sldMkLst>
      </pc:sldChg>
      <pc:sldChg chg="del">
        <pc:chgData name="vedha1321@gmail.com" userId="68aae82ff180e460" providerId="LiveId" clId="{12DAA9DF-24B3-4293-AFD6-3D13CFBE64E0}" dt="2026-03-08T09:04:28.180" v="598" actId="2696"/>
        <pc:sldMkLst>
          <pc:docMk/>
          <pc:sldMk cId="3797826443" sldId="266"/>
        </pc:sldMkLst>
      </pc:sldChg>
      <pc:sldChg chg="del">
        <pc:chgData name="vedha1321@gmail.com" userId="68aae82ff180e460" providerId="LiveId" clId="{12DAA9DF-24B3-4293-AFD6-3D13CFBE64E0}" dt="2026-03-08T09:05:03.269" v="603" actId="2696"/>
        <pc:sldMkLst>
          <pc:docMk/>
          <pc:sldMk cId="1265026261" sldId="267"/>
        </pc:sldMkLst>
      </pc:sldChg>
      <pc:sldChg chg="del">
        <pc:chgData name="vedha1321@gmail.com" userId="68aae82ff180e460" providerId="LiveId" clId="{12DAA9DF-24B3-4293-AFD6-3D13CFBE64E0}" dt="2026-03-08T09:05:44.729" v="608" actId="2696"/>
        <pc:sldMkLst>
          <pc:docMk/>
          <pc:sldMk cId="1644033004" sldId="268"/>
        </pc:sldMkLst>
      </pc:sldChg>
      <pc:sldChg chg="del">
        <pc:chgData name="vedha1321@gmail.com" userId="68aae82ff180e460" providerId="LiveId" clId="{12DAA9DF-24B3-4293-AFD6-3D13CFBE64E0}" dt="2026-03-08T09:05:41.588" v="607" actId="2696"/>
        <pc:sldMkLst>
          <pc:docMk/>
          <pc:sldMk cId="1367459375" sldId="269"/>
        </pc:sldMkLst>
      </pc:sldChg>
      <pc:sldChg chg="del">
        <pc:chgData name="vedha1321@gmail.com" userId="68aae82ff180e460" providerId="LiveId" clId="{12DAA9DF-24B3-4293-AFD6-3D13CFBE64E0}" dt="2026-03-08T09:04:54.117" v="601" actId="2696"/>
        <pc:sldMkLst>
          <pc:docMk/>
          <pc:sldMk cId="1315675497" sldId="270"/>
        </pc:sldMkLst>
      </pc:sldChg>
      <pc:sldChg chg="del">
        <pc:chgData name="vedha1321@gmail.com" userId="68aae82ff180e460" providerId="LiveId" clId="{12DAA9DF-24B3-4293-AFD6-3D13CFBE64E0}" dt="2026-03-08T09:04:22.886" v="597" actId="2696"/>
        <pc:sldMkLst>
          <pc:docMk/>
          <pc:sldMk cId="2146886386" sldId="271"/>
        </pc:sldMkLst>
      </pc:sldChg>
      <pc:sldChg chg="del">
        <pc:chgData name="vedha1321@gmail.com" userId="68aae82ff180e460" providerId="LiveId" clId="{12DAA9DF-24B3-4293-AFD6-3D13CFBE64E0}" dt="2026-03-08T09:04:17.715" v="596" actId="2696"/>
        <pc:sldMkLst>
          <pc:docMk/>
          <pc:sldMk cId="3494774718" sldId="272"/>
        </pc:sldMkLst>
      </pc:sldChg>
      <pc:sldChg chg="del">
        <pc:chgData name="vedha1321@gmail.com" userId="68aae82ff180e460" providerId="LiveId" clId="{12DAA9DF-24B3-4293-AFD6-3D13CFBE64E0}" dt="2026-03-08T09:04:12.334" v="595" actId="2696"/>
        <pc:sldMkLst>
          <pc:docMk/>
          <pc:sldMk cId="2922799619" sldId="275"/>
        </pc:sldMkLst>
      </pc:sldChg>
      <pc:sldChg chg="del">
        <pc:chgData name="vedha1321@gmail.com" userId="68aae82ff180e460" providerId="LiveId" clId="{12DAA9DF-24B3-4293-AFD6-3D13CFBE64E0}" dt="2026-03-08T09:04:08.123" v="594" actId="2696"/>
        <pc:sldMkLst>
          <pc:docMk/>
          <pc:sldMk cId="2948298729" sldId="276"/>
        </pc:sldMkLst>
      </pc:sldChg>
      <pc:sldChg chg="del">
        <pc:chgData name="vedha1321@gmail.com" userId="68aae82ff180e460" providerId="LiveId" clId="{12DAA9DF-24B3-4293-AFD6-3D13CFBE64E0}" dt="2026-03-08T09:05:38.798" v="606" actId="2696"/>
        <pc:sldMkLst>
          <pc:docMk/>
          <pc:sldMk cId="2619672288" sldId="277"/>
        </pc:sldMkLst>
      </pc:sldChg>
      <pc:sldChg chg="del">
        <pc:chgData name="vedha1321@gmail.com" userId="68aae82ff180e460" providerId="LiveId" clId="{12DAA9DF-24B3-4293-AFD6-3D13CFBE64E0}" dt="2026-03-08T09:43:44.894" v="795" actId="2696"/>
        <pc:sldMkLst>
          <pc:docMk/>
          <pc:sldMk cId="1112325456" sldId="278"/>
        </pc:sldMkLst>
      </pc:sldChg>
      <pc:sldChg chg="delSp mod addAnim delAnim modAnim">
        <pc:chgData name="vedha1321@gmail.com" userId="68aae82ff180e460" providerId="LiveId" clId="{12DAA9DF-24B3-4293-AFD6-3D13CFBE64E0}" dt="2026-03-08T17:04:27.018" v="1597"/>
        <pc:sldMkLst>
          <pc:docMk/>
          <pc:sldMk cId="2109424540" sldId="279"/>
        </pc:sldMkLst>
        <pc:spChg chg="del">
          <ac:chgData name="vedha1321@gmail.com" userId="68aae82ff180e460" providerId="LiveId" clId="{12DAA9DF-24B3-4293-AFD6-3D13CFBE64E0}" dt="2026-03-08T17:02:01.106" v="1587" actId="478"/>
          <ac:spMkLst>
            <pc:docMk/>
            <pc:sldMk cId="2109424540" sldId="279"/>
            <ac:spMk id="16" creationId="{8F0D5DFA-DFAA-37C7-14B9-88F71B64BB28}"/>
          </ac:spMkLst>
        </pc:spChg>
        <pc:spChg chg="del">
          <ac:chgData name="vedha1321@gmail.com" userId="68aae82ff180e460" providerId="LiveId" clId="{12DAA9DF-24B3-4293-AFD6-3D13CFBE64E0}" dt="2026-03-08T17:01:57.573" v="1586" actId="478"/>
          <ac:spMkLst>
            <pc:docMk/>
            <pc:sldMk cId="2109424540" sldId="279"/>
            <ac:spMk id="17" creationId="{9A0EE952-3878-A450-2145-BF6A52752076}"/>
          </ac:spMkLst>
        </pc:spChg>
      </pc:sldChg>
      <pc:sldChg chg="addSp delSp modSp mod addAnim delAnim modAnim">
        <pc:chgData name="vedha1321@gmail.com" userId="68aae82ff180e460" providerId="LiveId" clId="{12DAA9DF-24B3-4293-AFD6-3D13CFBE64E0}" dt="2026-03-08T16:49:19.602" v="1291" actId="20577"/>
        <pc:sldMkLst>
          <pc:docMk/>
          <pc:sldMk cId="1747626420" sldId="280"/>
        </pc:sldMkLst>
        <pc:spChg chg="del mod">
          <ac:chgData name="vedha1321@gmail.com" userId="68aae82ff180e460" providerId="LiveId" clId="{12DAA9DF-24B3-4293-AFD6-3D13CFBE64E0}" dt="2026-03-08T09:52:49.408" v="849" actId="478"/>
          <ac:spMkLst>
            <pc:docMk/>
            <pc:sldMk cId="1747626420" sldId="280"/>
            <ac:spMk id="10" creationId="{55011DFC-DAC1-3ADC-B2EC-055E5A30756B}"/>
          </ac:spMkLst>
        </pc:spChg>
        <pc:spChg chg="mod">
          <ac:chgData name="vedha1321@gmail.com" userId="68aae82ff180e460" providerId="LiveId" clId="{12DAA9DF-24B3-4293-AFD6-3D13CFBE64E0}" dt="2026-03-08T09:54:42.740" v="902" actId="1076"/>
          <ac:spMkLst>
            <pc:docMk/>
            <pc:sldMk cId="1747626420" sldId="280"/>
            <ac:spMk id="11" creationId="{3FD71ECB-0BF5-7DC3-5E5E-118E6C273C68}"/>
          </ac:spMkLst>
        </pc:spChg>
        <pc:spChg chg="mod">
          <ac:chgData name="vedha1321@gmail.com" userId="68aae82ff180e460" providerId="LiveId" clId="{12DAA9DF-24B3-4293-AFD6-3D13CFBE64E0}" dt="2026-03-08T16:45:10.605" v="1137" actId="20577"/>
          <ac:spMkLst>
            <pc:docMk/>
            <pc:sldMk cId="1747626420" sldId="280"/>
            <ac:spMk id="1030" creationId="{912DA6C6-1014-11A4-A37A-085CC688BA4A}"/>
          </ac:spMkLst>
        </pc:spChg>
        <pc:spChg chg="del">
          <ac:chgData name="vedha1321@gmail.com" userId="68aae82ff180e460" providerId="LiveId" clId="{12DAA9DF-24B3-4293-AFD6-3D13CFBE64E0}" dt="2026-03-08T09:56:43.127" v="939" actId="478"/>
          <ac:spMkLst>
            <pc:docMk/>
            <pc:sldMk cId="1747626420" sldId="280"/>
            <ac:spMk id="1032" creationId="{0C00E884-4B5D-97CC-B33D-0A4E08C200E0}"/>
          </ac:spMkLst>
        </pc:spChg>
        <pc:spChg chg="mod">
          <ac:chgData name="vedha1321@gmail.com" userId="68aae82ff180e460" providerId="LiveId" clId="{12DAA9DF-24B3-4293-AFD6-3D13CFBE64E0}" dt="2026-03-08T16:46:03.487" v="1161" actId="20577"/>
          <ac:spMkLst>
            <pc:docMk/>
            <pc:sldMk cId="1747626420" sldId="280"/>
            <ac:spMk id="1033" creationId="{5C373652-AF18-683A-2540-DCF0279AC870}"/>
          </ac:spMkLst>
        </pc:spChg>
        <pc:spChg chg="mod">
          <ac:chgData name="vedha1321@gmail.com" userId="68aae82ff180e460" providerId="LiveId" clId="{12DAA9DF-24B3-4293-AFD6-3D13CFBE64E0}" dt="2026-03-08T16:45:16.322" v="1139" actId="20577"/>
          <ac:spMkLst>
            <pc:docMk/>
            <pc:sldMk cId="1747626420" sldId="280"/>
            <ac:spMk id="1038" creationId="{BBD28ED4-A269-658E-41A7-8D26B4C3BDDD}"/>
          </ac:spMkLst>
        </pc:spChg>
        <pc:spChg chg="del">
          <ac:chgData name="vedha1321@gmail.com" userId="68aae82ff180e460" providerId="LiveId" clId="{12DAA9DF-24B3-4293-AFD6-3D13CFBE64E0}" dt="2026-03-08T09:53:01.874" v="851" actId="478"/>
          <ac:spMkLst>
            <pc:docMk/>
            <pc:sldMk cId="1747626420" sldId="280"/>
            <ac:spMk id="1040" creationId="{4297E9C7-4F3A-42C6-2F5F-DD921B5A0E5F}"/>
          </ac:spMkLst>
        </pc:spChg>
        <pc:spChg chg="mod">
          <ac:chgData name="vedha1321@gmail.com" userId="68aae82ff180e460" providerId="LiveId" clId="{12DAA9DF-24B3-4293-AFD6-3D13CFBE64E0}" dt="2026-03-08T16:46:58.849" v="1200" actId="20577"/>
          <ac:spMkLst>
            <pc:docMk/>
            <pc:sldMk cId="1747626420" sldId="280"/>
            <ac:spMk id="1041" creationId="{AE03A9C6-DC02-7AF1-3F7E-96B4279BC636}"/>
          </ac:spMkLst>
        </pc:spChg>
        <pc:spChg chg="mod">
          <ac:chgData name="vedha1321@gmail.com" userId="68aae82ff180e460" providerId="LiveId" clId="{12DAA9DF-24B3-4293-AFD6-3D13CFBE64E0}" dt="2026-03-08T16:45:31.332" v="1143" actId="20577"/>
          <ac:spMkLst>
            <pc:docMk/>
            <pc:sldMk cId="1747626420" sldId="280"/>
            <ac:spMk id="1046" creationId="{AF6F8865-ABEC-7048-5D01-20B947359EE4}"/>
          </ac:spMkLst>
        </pc:spChg>
        <pc:spChg chg="del">
          <ac:chgData name="vedha1321@gmail.com" userId="68aae82ff180e460" providerId="LiveId" clId="{12DAA9DF-24B3-4293-AFD6-3D13CFBE64E0}" dt="2026-03-08T09:57:43.967" v="1015" actId="478"/>
          <ac:spMkLst>
            <pc:docMk/>
            <pc:sldMk cId="1747626420" sldId="280"/>
            <ac:spMk id="1048" creationId="{4EE792E6-4EAB-14EA-B668-32366E64B978}"/>
          </ac:spMkLst>
        </pc:spChg>
        <pc:spChg chg="mod">
          <ac:chgData name="vedha1321@gmail.com" userId="68aae82ff180e460" providerId="LiveId" clId="{12DAA9DF-24B3-4293-AFD6-3D13CFBE64E0}" dt="2026-03-08T16:47:07.904" v="1201"/>
          <ac:spMkLst>
            <pc:docMk/>
            <pc:sldMk cId="1747626420" sldId="280"/>
            <ac:spMk id="1049" creationId="{D8245D8C-0732-5779-E1A5-9115867817EF}"/>
          </ac:spMkLst>
        </pc:spChg>
        <pc:spChg chg="mod">
          <ac:chgData name="vedha1321@gmail.com" userId="68aae82ff180e460" providerId="LiveId" clId="{12DAA9DF-24B3-4293-AFD6-3D13CFBE64E0}" dt="2026-03-08T16:45:27.513" v="1141" actId="20577"/>
          <ac:spMkLst>
            <pc:docMk/>
            <pc:sldMk cId="1747626420" sldId="280"/>
            <ac:spMk id="1054" creationId="{A5991A3D-5E42-7343-8956-E17E0CB1C260}"/>
          </ac:spMkLst>
        </pc:spChg>
        <pc:spChg chg="del">
          <ac:chgData name="vedha1321@gmail.com" userId="68aae82ff180e460" providerId="LiveId" clId="{12DAA9DF-24B3-4293-AFD6-3D13CFBE64E0}" dt="2026-03-08T09:53:21.227" v="855" actId="478"/>
          <ac:spMkLst>
            <pc:docMk/>
            <pc:sldMk cId="1747626420" sldId="280"/>
            <ac:spMk id="1056" creationId="{DD491DA0-BCD5-5EEB-B827-C00E8E5EA09F}"/>
          </ac:spMkLst>
        </pc:spChg>
        <pc:spChg chg="add del mod">
          <ac:chgData name="vedha1321@gmail.com" userId="68aae82ff180e460" providerId="LiveId" clId="{12DAA9DF-24B3-4293-AFD6-3D13CFBE64E0}" dt="2026-03-08T16:49:19.602" v="1291" actId="20577"/>
          <ac:spMkLst>
            <pc:docMk/>
            <pc:sldMk cId="1747626420" sldId="280"/>
            <ac:spMk id="1057" creationId="{60643C48-ED05-6729-1E8B-7988A99C49FD}"/>
          </ac:spMkLst>
        </pc:spChg>
        <pc:spChg chg="del">
          <ac:chgData name="vedha1321@gmail.com" userId="68aae82ff180e460" providerId="LiveId" clId="{12DAA9DF-24B3-4293-AFD6-3D13CFBE64E0}" dt="2026-03-08T09:55:15.019" v="903" actId="478"/>
          <ac:spMkLst>
            <pc:docMk/>
            <pc:sldMk cId="1747626420" sldId="280"/>
            <ac:spMk id="1064" creationId="{1C171094-8947-507D-DB53-DBF3C02F81CE}"/>
          </ac:spMkLst>
        </pc:spChg>
        <pc:spChg chg="mod">
          <ac:chgData name="vedha1321@gmail.com" userId="68aae82ff180e460" providerId="LiveId" clId="{12DAA9DF-24B3-4293-AFD6-3D13CFBE64E0}" dt="2026-03-08T09:59:33.701" v="1104" actId="1076"/>
          <ac:spMkLst>
            <pc:docMk/>
            <pc:sldMk cId="1747626420" sldId="280"/>
            <ac:spMk id="1065" creationId="{C4029EB3-D6B7-EC63-8277-BD1A7B6598BB}"/>
          </ac:spMkLst>
        </pc:spChg>
      </pc:sldChg>
      <pc:sldChg chg="addSp delSp modSp mod ord addAnim delAnim modAnim">
        <pc:chgData name="vedha1321@gmail.com" userId="68aae82ff180e460" providerId="LiveId" clId="{12DAA9DF-24B3-4293-AFD6-3D13CFBE64E0}" dt="2026-03-08T17:25:23.407" v="1641" actId="404"/>
        <pc:sldMkLst>
          <pc:docMk/>
          <pc:sldMk cId="2090927865" sldId="281"/>
        </pc:sldMkLst>
        <pc:spChg chg="mod">
          <ac:chgData name="vedha1321@gmail.com" userId="68aae82ff180e460" providerId="LiveId" clId="{12DAA9DF-24B3-4293-AFD6-3D13CFBE64E0}" dt="2026-03-08T17:25:23.407" v="1641" actId="404"/>
          <ac:spMkLst>
            <pc:docMk/>
            <pc:sldMk cId="2090927865" sldId="281"/>
            <ac:spMk id="7" creationId="{F78702EF-C15A-C6BD-3110-9DBAA9B96BDE}"/>
          </ac:spMkLst>
        </pc:spChg>
        <pc:spChg chg="del">
          <ac:chgData name="vedha1321@gmail.com" userId="68aae82ff180e460" providerId="LiveId" clId="{12DAA9DF-24B3-4293-AFD6-3D13CFBE64E0}" dt="2026-03-08T16:55:46.741" v="1369" actId="478"/>
          <ac:spMkLst>
            <pc:docMk/>
            <pc:sldMk cId="2090927865" sldId="281"/>
            <ac:spMk id="17" creationId="{8E3B2083-B116-C324-2AAB-50246A7195B3}"/>
          </ac:spMkLst>
        </pc:spChg>
        <pc:spChg chg="topLvl">
          <ac:chgData name="vedha1321@gmail.com" userId="68aae82ff180e460" providerId="LiveId" clId="{12DAA9DF-24B3-4293-AFD6-3D13CFBE64E0}" dt="2026-03-08T16:55:53.899" v="1371" actId="478"/>
          <ac:spMkLst>
            <pc:docMk/>
            <pc:sldMk cId="2090927865" sldId="281"/>
            <ac:spMk id="22" creationId="{228CB7C2-7F32-67CC-78DA-85922F03CD72}"/>
          </ac:spMkLst>
        </pc:spChg>
        <pc:spChg chg="mod">
          <ac:chgData name="vedha1321@gmail.com" userId="68aae82ff180e460" providerId="LiveId" clId="{12DAA9DF-24B3-4293-AFD6-3D13CFBE64E0}" dt="2026-03-08T17:00:51.203" v="1585" actId="20577"/>
          <ac:spMkLst>
            <pc:docMk/>
            <pc:sldMk cId="2090927865" sldId="281"/>
            <ac:spMk id="44" creationId="{11A2C580-7F63-203A-D4F8-EDF58272E141}"/>
          </ac:spMkLst>
        </pc:spChg>
        <pc:spChg chg="mod">
          <ac:chgData name="vedha1321@gmail.com" userId="68aae82ff180e460" providerId="LiveId" clId="{12DAA9DF-24B3-4293-AFD6-3D13CFBE64E0}" dt="2026-03-08T17:00:19.020" v="1551" actId="20577"/>
          <ac:spMkLst>
            <pc:docMk/>
            <pc:sldMk cId="2090927865" sldId="281"/>
            <ac:spMk id="45" creationId="{37F4E2E1-D7C4-F66C-DBCB-C0FEDCC4253D}"/>
          </ac:spMkLst>
        </pc:spChg>
        <pc:spChg chg="mod">
          <ac:chgData name="vedha1321@gmail.com" userId="68aae82ff180e460" providerId="LiveId" clId="{12DAA9DF-24B3-4293-AFD6-3D13CFBE64E0}" dt="2026-03-08T17:00:04.432" v="1508" actId="14100"/>
          <ac:spMkLst>
            <pc:docMk/>
            <pc:sldMk cId="2090927865" sldId="281"/>
            <ac:spMk id="46" creationId="{CADF27B1-9D4B-EDFD-DF27-57539F1B2C82}"/>
          </ac:spMkLst>
        </pc:spChg>
        <pc:spChg chg="del">
          <ac:chgData name="vedha1321@gmail.com" userId="68aae82ff180e460" providerId="LiveId" clId="{12DAA9DF-24B3-4293-AFD6-3D13CFBE64E0}" dt="2026-03-08T16:59:33.854" v="1506" actId="478"/>
          <ac:spMkLst>
            <pc:docMk/>
            <pc:sldMk cId="2090927865" sldId="281"/>
            <ac:spMk id="47" creationId="{46A42F53-7B4E-943B-4C0F-C0CE1DF61BD8}"/>
          </ac:spMkLst>
        </pc:spChg>
        <pc:spChg chg="mod">
          <ac:chgData name="vedha1321@gmail.com" userId="68aae82ff180e460" providerId="LiveId" clId="{12DAA9DF-24B3-4293-AFD6-3D13CFBE64E0}" dt="2026-03-08T16:56:13.935" v="1389" actId="20577"/>
          <ac:spMkLst>
            <pc:docMk/>
            <pc:sldMk cId="2090927865" sldId="281"/>
            <ac:spMk id="58" creationId="{D99B65B7-A008-8F42-DC72-DD63B90DE840}"/>
          </ac:spMkLst>
        </pc:spChg>
        <pc:spChg chg="mod">
          <ac:chgData name="vedha1321@gmail.com" userId="68aae82ff180e460" providerId="LiveId" clId="{12DAA9DF-24B3-4293-AFD6-3D13CFBE64E0}" dt="2026-03-08T16:57:02.453" v="1401" actId="20577"/>
          <ac:spMkLst>
            <pc:docMk/>
            <pc:sldMk cId="2090927865" sldId="281"/>
            <ac:spMk id="59" creationId="{088EA695-41C6-31EE-447B-02D720044E13}"/>
          </ac:spMkLst>
        </pc:spChg>
        <pc:spChg chg="mod">
          <ac:chgData name="vedha1321@gmail.com" userId="68aae82ff180e460" providerId="LiveId" clId="{12DAA9DF-24B3-4293-AFD6-3D13CFBE64E0}" dt="2026-03-08T16:59:26.208" v="1505" actId="20577"/>
          <ac:spMkLst>
            <pc:docMk/>
            <pc:sldMk cId="2090927865" sldId="281"/>
            <ac:spMk id="60" creationId="{D8EC669E-9F26-2362-DE67-0BBE6D08C065}"/>
          </ac:spMkLst>
        </pc:spChg>
        <pc:spChg chg="del">
          <ac:chgData name="vedha1321@gmail.com" userId="68aae82ff180e460" providerId="LiveId" clId="{12DAA9DF-24B3-4293-AFD6-3D13CFBE64E0}" dt="2026-03-08T16:58:06.898" v="1481" actId="478"/>
          <ac:spMkLst>
            <pc:docMk/>
            <pc:sldMk cId="2090927865" sldId="281"/>
            <ac:spMk id="61" creationId="{D76BD5BB-7DD0-BEA6-100A-097244F9AFF0}"/>
          </ac:spMkLst>
        </pc:spChg>
        <pc:spChg chg="topLvl">
          <ac:chgData name="vedha1321@gmail.com" userId="68aae82ff180e460" providerId="LiveId" clId="{12DAA9DF-24B3-4293-AFD6-3D13CFBE64E0}" dt="2026-03-08T16:56:04.928" v="1375" actId="478"/>
          <ac:spMkLst>
            <pc:docMk/>
            <pc:sldMk cId="2090927865" sldId="281"/>
            <ac:spMk id="69" creationId="{504E1450-59DB-7BDD-55A5-3731804E30BF}"/>
          </ac:spMkLst>
        </pc:spChg>
        <pc:spChg chg="del mod">
          <ac:chgData name="vedha1321@gmail.com" userId="68aae82ff180e460" providerId="LiveId" clId="{12DAA9DF-24B3-4293-AFD6-3D13CFBE64E0}" dt="2026-03-08T16:56:01.072" v="1373" actId="478"/>
          <ac:spMkLst>
            <pc:docMk/>
            <pc:sldMk cId="2090927865" sldId="281"/>
            <ac:spMk id="103" creationId="{EB6BBCA1-B48D-235F-10A5-3C8D8733ECC6}"/>
          </ac:spMkLst>
        </pc:spChg>
        <pc:grpChg chg="del">
          <ac:chgData name="vedha1321@gmail.com" userId="68aae82ff180e460" providerId="LiveId" clId="{12DAA9DF-24B3-4293-AFD6-3D13CFBE64E0}" dt="2026-03-08T16:55:53.899" v="1371" actId="478"/>
          <ac:grpSpMkLst>
            <pc:docMk/>
            <pc:sldMk cId="2090927865" sldId="281"/>
            <ac:grpSpMk id="8" creationId="{CAE6E74E-99CA-F290-443C-6D241A4647E4}"/>
          </ac:grpSpMkLst>
        </pc:grpChg>
        <pc:grpChg chg="del mod">
          <ac:chgData name="vedha1321@gmail.com" userId="68aae82ff180e460" providerId="LiveId" clId="{12DAA9DF-24B3-4293-AFD6-3D13CFBE64E0}" dt="2026-03-08T16:56:04.928" v="1375" actId="478"/>
          <ac:grpSpMkLst>
            <pc:docMk/>
            <pc:sldMk cId="2090927865" sldId="281"/>
            <ac:grpSpMk id="10" creationId="{2E90170C-AC0A-425B-669F-9E28C4F78FD5}"/>
          </ac:grpSpMkLst>
        </pc:grpChg>
        <pc:picChg chg="add mod">
          <ac:chgData name="vedha1321@gmail.com" userId="68aae82ff180e460" providerId="LiveId" clId="{12DAA9DF-24B3-4293-AFD6-3D13CFBE64E0}" dt="2026-03-08T17:18:19.305" v="1603" actId="1076"/>
          <ac:picMkLst>
            <pc:docMk/>
            <pc:sldMk cId="2090927865" sldId="281"/>
            <ac:picMk id="12" creationId="{A7C30CFA-4C83-8CE7-49EC-73115B2B157B}"/>
          </ac:picMkLst>
        </pc:picChg>
        <pc:picChg chg="add mod modCrop">
          <ac:chgData name="vedha1321@gmail.com" userId="68aae82ff180e460" providerId="LiveId" clId="{12DAA9DF-24B3-4293-AFD6-3D13CFBE64E0}" dt="2026-03-08T17:20:44.934" v="1620" actId="1076"/>
          <ac:picMkLst>
            <pc:docMk/>
            <pc:sldMk cId="2090927865" sldId="281"/>
            <ac:picMk id="14" creationId="{7A0B32F7-54CF-BE18-E134-B9F2A9E0495B}"/>
          </ac:picMkLst>
        </pc:picChg>
        <pc:picChg chg="del mod topLvl">
          <ac:chgData name="vedha1321@gmail.com" userId="68aae82ff180e460" providerId="LiveId" clId="{12DAA9DF-24B3-4293-AFD6-3D13CFBE64E0}" dt="2026-03-08T16:55:53.899" v="1371" actId="478"/>
          <ac:picMkLst>
            <pc:docMk/>
            <pc:sldMk cId="2090927865" sldId="281"/>
            <ac:picMk id="18" creationId="{E2D1231C-4852-C802-AC24-9547D53E4CB6}"/>
          </ac:picMkLst>
        </pc:picChg>
        <pc:picChg chg="del mod topLvl">
          <ac:chgData name="vedha1321@gmail.com" userId="68aae82ff180e460" providerId="LiveId" clId="{12DAA9DF-24B3-4293-AFD6-3D13CFBE64E0}" dt="2026-03-08T16:56:04.928" v="1375" actId="478"/>
          <ac:picMkLst>
            <pc:docMk/>
            <pc:sldMk cId="2090927865" sldId="281"/>
            <ac:picMk id="102" creationId="{972734AF-85BA-2184-2754-18362C613E8B}"/>
          </ac:picMkLst>
        </pc:picChg>
      </pc:sldChg>
      <pc:sldChg chg="del">
        <pc:chgData name="vedha1321@gmail.com" userId="68aae82ff180e460" providerId="LiveId" clId="{12DAA9DF-24B3-4293-AFD6-3D13CFBE64E0}" dt="2026-03-08T08:43:01.806" v="432" actId="2696"/>
        <pc:sldMkLst>
          <pc:docMk/>
          <pc:sldMk cId="735201038" sldId="282"/>
        </pc:sldMkLst>
      </pc:sldChg>
      <pc:sldChg chg="addSp delSp modSp mod delAnim modAnim">
        <pc:chgData name="vedha1321@gmail.com" userId="68aae82ff180e460" providerId="LiveId" clId="{12DAA9DF-24B3-4293-AFD6-3D13CFBE64E0}" dt="2026-03-08T09:18:25.877" v="684" actId="1076"/>
        <pc:sldMkLst>
          <pc:docMk/>
          <pc:sldMk cId="2471008052" sldId="283"/>
        </pc:sldMkLst>
        <pc:spChg chg="mod">
          <ac:chgData name="vedha1321@gmail.com" userId="68aae82ff180e460" providerId="LiveId" clId="{12DAA9DF-24B3-4293-AFD6-3D13CFBE64E0}" dt="2026-03-08T09:07:03.461" v="652" actId="20577"/>
          <ac:spMkLst>
            <pc:docMk/>
            <pc:sldMk cId="2471008052" sldId="283"/>
            <ac:spMk id="2" creationId="{F502D05F-B47F-138B-2ABC-E77164343E5E}"/>
          </ac:spMkLst>
        </pc:spChg>
        <pc:spChg chg="del mod">
          <ac:chgData name="vedha1321@gmail.com" userId="68aae82ff180e460" providerId="LiveId" clId="{12DAA9DF-24B3-4293-AFD6-3D13CFBE64E0}" dt="2026-03-08T08:18:16.231" v="118" actId="478"/>
          <ac:spMkLst>
            <pc:docMk/>
            <pc:sldMk cId="2471008052" sldId="283"/>
            <ac:spMk id="10" creationId="{29C7FC3D-70F3-8E65-7F9D-07CB16A4E3FB}"/>
          </ac:spMkLst>
        </pc:spChg>
        <pc:spChg chg="mod">
          <ac:chgData name="vedha1321@gmail.com" userId="68aae82ff180e460" providerId="LiveId" clId="{12DAA9DF-24B3-4293-AFD6-3D13CFBE64E0}" dt="2026-03-08T09:18:25.877" v="684" actId="1076"/>
          <ac:spMkLst>
            <pc:docMk/>
            <pc:sldMk cId="2471008052" sldId="283"/>
            <ac:spMk id="12" creationId="{01610A0C-392D-EAE6-7119-8E026056E646}"/>
          </ac:spMkLst>
        </pc:spChg>
        <pc:spChg chg="del mod">
          <ac:chgData name="vedha1321@gmail.com" userId="68aae82ff180e460" providerId="LiveId" clId="{12DAA9DF-24B3-4293-AFD6-3D13CFBE64E0}" dt="2026-03-08T08:20:31.721" v="132" actId="478"/>
          <ac:spMkLst>
            <pc:docMk/>
            <pc:sldMk cId="2471008052" sldId="283"/>
            <ac:spMk id="15" creationId="{36E0A9FE-AE0B-999A-FA52-B70BB82C5DDA}"/>
          </ac:spMkLst>
        </pc:spChg>
        <pc:spChg chg="del">
          <ac:chgData name="vedha1321@gmail.com" userId="68aae82ff180e460" providerId="LiveId" clId="{12DAA9DF-24B3-4293-AFD6-3D13CFBE64E0}" dt="2026-03-08T08:16:02.549" v="105" actId="478"/>
          <ac:spMkLst>
            <pc:docMk/>
            <pc:sldMk cId="2471008052" sldId="283"/>
            <ac:spMk id="24" creationId="{2DE02807-B6E6-097D-6ECB-A9729211E1B8}"/>
          </ac:spMkLst>
        </pc:spChg>
        <pc:spChg chg="del">
          <ac:chgData name="vedha1321@gmail.com" userId="68aae82ff180e460" providerId="LiveId" clId="{12DAA9DF-24B3-4293-AFD6-3D13CFBE64E0}" dt="2026-03-08T08:18:12.402" v="117" actId="478"/>
          <ac:spMkLst>
            <pc:docMk/>
            <pc:sldMk cId="2471008052" sldId="283"/>
            <ac:spMk id="58" creationId="{61F3CF31-4226-01ED-801C-F1FA31B336B6}"/>
          </ac:spMkLst>
        </pc:spChg>
        <pc:spChg chg="del">
          <ac:chgData name="vedha1321@gmail.com" userId="68aae82ff180e460" providerId="LiveId" clId="{12DAA9DF-24B3-4293-AFD6-3D13CFBE64E0}" dt="2026-03-08T08:18:08.154" v="116" actId="478"/>
          <ac:spMkLst>
            <pc:docMk/>
            <pc:sldMk cId="2471008052" sldId="283"/>
            <ac:spMk id="64" creationId="{133B566F-2E29-A3A3-CAE5-1DCE3B0C713E}"/>
          </ac:spMkLst>
        </pc:spChg>
        <pc:spChg chg="del mod">
          <ac:chgData name="vedha1321@gmail.com" userId="68aae82ff180e460" providerId="LiveId" clId="{12DAA9DF-24B3-4293-AFD6-3D13CFBE64E0}" dt="2026-03-08T08:18:04.081" v="115" actId="478"/>
          <ac:spMkLst>
            <pc:docMk/>
            <pc:sldMk cId="2471008052" sldId="283"/>
            <ac:spMk id="74" creationId="{DCB80C80-967C-8184-6333-C4BE3A2B7B2B}"/>
          </ac:spMkLst>
        </pc:spChg>
        <pc:spChg chg="del">
          <ac:chgData name="vedha1321@gmail.com" userId="68aae82ff180e460" providerId="LiveId" clId="{12DAA9DF-24B3-4293-AFD6-3D13CFBE64E0}" dt="2026-03-08T08:18:24.403" v="120" actId="478"/>
          <ac:spMkLst>
            <pc:docMk/>
            <pc:sldMk cId="2471008052" sldId="283"/>
            <ac:spMk id="76" creationId="{4E98B2C8-25CC-5CE8-052B-8E0A89679114}"/>
          </ac:spMkLst>
        </pc:spChg>
        <pc:spChg chg="del">
          <ac:chgData name="vedha1321@gmail.com" userId="68aae82ff180e460" providerId="LiveId" clId="{12DAA9DF-24B3-4293-AFD6-3D13CFBE64E0}" dt="2026-03-08T08:18:19.902" v="119" actId="478"/>
          <ac:spMkLst>
            <pc:docMk/>
            <pc:sldMk cId="2471008052" sldId="283"/>
            <ac:spMk id="78" creationId="{E3C3C665-6294-3391-3CAE-802D48DC96D1}"/>
          </ac:spMkLst>
        </pc:spChg>
        <pc:spChg chg="del">
          <ac:chgData name="vedha1321@gmail.com" userId="68aae82ff180e460" providerId="LiveId" clId="{12DAA9DF-24B3-4293-AFD6-3D13CFBE64E0}" dt="2026-03-08T08:16:09.095" v="106" actId="478"/>
          <ac:spMkLst>
            <pc:docMk/>
            <pc:sldMk cId="2471008052" sldId="283"/>
            <ac:spMk id="106" creationId="{D074CA36-3321-FBAE-CE88-E039042F9581}"/>
          </ac:spMkLst>
        </pc:spChg>
        <pc:spChg chg="del">
          <ac:chgData name="vedha1321@gmail.com" userId="68aae82ff180e460" providerId="LiveId" clId="{12DAA9DF-24B3-4293-AFD6-3D13CFBE64E0}" dt="2026-03-08T08:16:11.958" v="107" actId="478"/>
          <ac:spMkLst>
            <pc:docMk/>
            <pc:sldMk cId="2471008052" sldId="283"/>
            <ac:spMk id="108" creationId="{3788B09F-BCD5-2344-2073-2EFF8A0D52B1}"/>
          </ac:spMkLst>
        </pc:spChg>
        <pc:spChg chg="del">
          <ac:chgData name="vedha1321@gmail.com" userId="68aae82ff180e460" providerId="LiveId" clId="{12DAA9DF-24B3-4293-AFD6-3D13CFBE64E0}" dt="2026-03-08T08:17:54.083" v="111" actId="478"/>
          <ac:spMkLst>
            <pc:docMk/>
            <pc:sldMk cId="2471008052" sldId="283"/>
            <ac:spMk id="118" creationId="{88013F1A-0669-521D-487C-014C60DCF337}"/>
          </ac:spMkLst>
        </pc:spChg>
        <pc:spChg chg="del">
          <ac:chgData name="vedha1321@gmail.com" userId="68aae82ff180e460" providerId="LiveId" clId="{12DAA9DF-24B3-4293-AFD6-3D13CFBE64E0}" dt="2026-03-08T08:17:49.792" v="109" actId="478"/>
          <ac:spMkLst>
            <pc:docMk/>
            <pc:sldMk cId="2471008052" sldId="283"/>
            <ac:spMk id="119" creationId="{9CFAAA2F-8C04-5138-7C6C-7627A2D437E7}"/>
          </ac:spMkLst>
        </pc:spChg>
        <pc:spChg chg="del">
          <ac:chgData name="vedha1321@gmail.com" userId="68aae82ff180e460" providerId="LiveId" clId="{12DAA9DF-24B3-4293-AFD6-3D13CFBE64E0}" dt="2026-03-08T08:16:17.263" v="108" actId="478"/>
          <ac:spMkLst>
            <pc:docMk/>
            <pc:sldMk cId="2471008052" sldId="283"/>
            <ac:spMk id="120" creationId="{FCD00624-1DEE-E81F-8C7F-EC4E49661E6C}"/>
          </ac:spMkLst>
        </pc:spChg>
        <pc:spChg chg="del">
          <ac:chgData name="vedha1321@gmail.com" userId="68aae82ff180e460" providerId="LiveId" clId="{12DAA9DF-24B3-4293-AFD6-3D13CFBE64E0}" dt="2026-03-08T08:17:51.886" v="110" actId="478"/>
          <ac:spMkLst>
            <pc:docMk/>
            <pc:sldMk cId="2471008052" sldId="283"/>
            <ac:spMk id="121" creationId="{EA2D13BE-CD9D-6348-5AD0-F8FE49C41010}"/>
          </ac:spMkLst>
        </pc:spChg>
        <pc:picChg chg="add del mod">
          <ac:chgData name="vedha1321@gmail.com" userId="68aae82ff180e460" providerId="LiveId" clId="{12DAA9DF-24B3-4293-AFD6-3D13CFBE64E0}" dt="2026-03-08T09:12:46.646" v="654" actId="478"/>
          <ac:picMkLst>
            <pc:docMk/>
            <pc:sldMk cId="2471008052" sldId="283"/>
            <ac:picMk id="4" creationId="{48790444-6750-3FFF-0E7A-302F8FD0549F}"/>
          </ac:picMkLst>
        </pc:picChg>
        <pc:picChg chg="add del mod modCrop">
          <ac:chgData name="vedha1321@gmail.com" userId="68aae82ff180e460" providerId="LiveId" clId="{12DAA9DF-24B3-4293-AFD6-3D13CFBE64E0}" dt="2026-03-08T09:12:48.856" v="655" actId="478"/>
          <ac:picMkLst>
            <pc:docMk/>
            <pc:sldMk cId="2471008052" sldId="283"/>
            <ac:picMk id="6" creationId="{CA5A4D74-572F-649E-102A-516E03640955}"/>
          </ac:picMkLst>
        </pc:picChg>
        <pc:picChg chg="add mod">
          <ac:chgData name="vedha1321@gmail.com" userId="68aae82ff180e460" providerId="LiveId" clId="{12DAA9DF-24B3-4293-AFD6-3D13CFBE64E0}" dt="2026-03-08T09:15:19.563" v="674" actId="1076"/>
          <ac:picMkLst>
            <pc:docMk/>
            <pc:sldMk cId="2471008052" sldId="283"/>
            <ac:picMk id="8" creationId="{96744744-88D2-AC6C-44AD-5E2989D1F8DC}"/>
          </ac:picMkLst>
        </pc:picChg>
        <pc:picChg chg="add mod">
          <ac:chgData name="vedha1321@gmail.com" userId="68aae82ff180e460" providerId="LiveId" clId="{12DAA9DF-24B3-4293-AFD6-3D13CFBE64E0}" dt="2026-03-08T09:14:56.936" v="670" actId="1076"/>
          <ac:picMkLst>
            <pc:docMk/>
            <pc:sldMk cId="2471008052" sldId="283"/>
            <ac:picMk id="11" creationId="{A7E97DB8-E834-68C0-E40E-BFD93A1F2961}"/>
          </ac:picMkLst>
        </pc:picChg>
        <pc:cxnChg chg="del">
          <ac:chgData name="vedha1321@gmail.com" userId="68aae82ff180e460" providerId="LiveId" clId="{12DAA9DF-24B3-4293-AFD6-3D13CFBE64E0}" dt="2026-03-08T08:18:44.964" v="126" actId="478"/>
          <ac:cxnSpMkLst>
            <pc:docMk/>
            <pc:sldMk cId="2471008052" sldId="283"/>
            <ac:cxnSpMk id="26" creationId="{0867FB08-957E-E696-EA3D-8951B0A669B8}"/>
          </ac:cxnSpMkLst>
        </pc:cxnChg>
        <pc:cxnChg chg="del">
          <ac:chgData name="vedha1321@gmail.com" userId="68aae82ff180e460" providerId="LiveId" clId="{12DAA9DF-24B3-4293-AFD6-3D13CFBE64E0}" dt="2026-03-08T08:18:26.992" v="121" actId="478"/>
          <ac:cxnSpMkLst>
            <pc:docMk/>
            <pc:sldMk cId="2471008052" sldId="283"/>
            <ac:cxnSpMk id="60" creationId="{91FE8C7C-8D12-2427-7D42-6B4801589A00}"/>
          </ac:cxnSpMkLst>
        </pc:cxnChg>
        <pc:cxnChg chg="del">
          <ac:chgData name="vedha1321@gmail.com" userId="68aae82ff180e460" providerId="LiveId" clId="{12DAA9DF-24B3-4293-AFD6-3D13CFBE64E0}" dt="2026-03-08T08:18:30.143" v="122" actId="478"/>
          <ac:cxnSpMkLst>
            <pc:docMk/>
            <pc:sldMk cId="2471008052" sldId="283"/>
            <ac:cxnSpMk id="65" creationId="{20FF59FD-9655-9124-62C7-B45FF1F145EB}"/>
          </ac:cxnSpMkLst>
        </pc:cxnChg>
        <pc:cxnChg chg="del">
          <ac:chgData name="vedha1321@gmail.com" userId="68aae82ff180e460" providerId="LiveId" clId="{12DAA9DF-24B3-4293-AFD6-3D13CFBE64E0}" dt="2026-03-08T08:18:33.906" v="123" actId="478"/>
          <ac:cxnSpMkLst>
            <pc:docMk/>
            <pc:sldMk cId="2471008052" sldId="283"/>
            <ac:cxnSpMk id="75" creationId="{30532109-FE08-17EB-D995-23FC1B4DC001}"/>
          </ac:cxnSpMkLst>
        </pc:cxnChg>
        <pc:cxnChg chg="del">
          <ac:chgData name="vedha1321@gmail.com" userId="68aae82ff180e460" providerId="LiveId" clId="{12DAA9DF-24B3-4293-AFD6-3D13CFBE64E0}" dt="2026-03-08T08:18:39.594" v="124" actId="478"/>
          <ac:cxnSpMkLst>
            <pc:docMk/>
            <pc:sldMk cId="2471008052" sldId="283"/>
            <ac:cxnSpMk id="77" creationId="{6258848D-FF23-3BBF-C0BE-4A6352D754A9}"/>
          </ac:cxnSpMkLst>
        </pc:cxnChg>
        <pc:cxnChg chg="del">
          <ac:chgData name="vedha1321@gmail.com" userId="68aae82ff180e460" providerId="LiveId" clId="{12DAA9DF-24B3-4293-AFD6-3D13CFBE64E0}" dt="2026-03-08T08:18:42.291" v="125" actId="478"/>
          <ac:cxnSpMkLst>
            <pc:docMk/>
            <pc:sldMk cId="2471008052" sldId="283"/>
            <ac:cxnSpMk id="79" creationId="{D0D00992-43EE-0FC6-1116-33CC1333FE98}"/>
          </ac:cxnSpMkLst>
        </pc:cxnChg>
      </pc:sldChg>
      <pc:sldChg chg="del ord">
        <pc:chgData name="vedha1321@gmail.com" userId="68aae82ff180e460" providerId="LiveId" clId="{12DAA9DF-24B3-4293-AFD6-3D13CFBE64E0}" dt="2026-03-08T09:03:34.595" v="590" actId="2696"/>
        <pc:sldMkLst>
          <pc:docMk/>
          <pc:sldMk cId="2248065656" sldId="284"/>
        </pc:sldMkLst>
      </pc:sldChg>
      <pc:sldChg chg="addSp delSp modSp del mod delAnim">
        <pc:chgData name="vedha1321@gmail.com" userId="68aae82ff180e460" providerId="LiveId" clId="{12DAA9DF-24B3-4293-AFD6-3D13CFBE64E0}" dt="2026-03-08T09:03:20.485" v="588" actId="2696"/>
        <pc:sldMkLst>
          <pc:docMk/>
          <pc:sldMk cId="2688205273" sldId="285"/>
        </pc:sldMkLst>
        <pc:spChg chg="mod">
          <ac:chgData name="vedha1321@gmail.com" userId="68aae82ff180e460" providerId="LiveId" clId="{12DAA9DF-24B3-4293-AFD6-3D13CFBE64E0}" dt="2026-03-08T08:48:59.244" v="480" actId="14100"/>
          <ac:spMkLst>
            <pc:docMk/>
            <pc:sldMk cId="2688205273" sldId="285"/>
            <ac:spMk id="2" creationId="{F502D05F-B47F-138B-2ABC-E77164343E5E}"/>
          </ac:spMkLst>
        </pc:spChg>
        <pc:spChg chg="add mod">
          <ac:chgData name="vedha1321@gmail.com" userId="68aae82ff180e460" providerId="LiveId" clId="{12DAA9DF-24B3-4293-AFD6-3D13CFBE64E0}" dt="2026-03-08T08:57:24.491" v="530" actId="1076"/>
          <ac:spMkLst>
            <pc:docMk/>
            <pc:sldMk cId="2688205273" sldId="285"/>
            <ac:spMk id="3" creationId="{D6D8E124-827E-D78D-0890-21B1D6548F65}"/>
          </ac:spMkLst>
        </pc:spChg>
        <pc:spChg chg="del">
          <ac:chgData name="vedha1321@gmail.com" userId="68aae82ff180e460" providerId="LiveId" clId="{12DAA9DF-24B3-4293-AFD6-3D13CFBE64E0}" dt="2026-03-08T08:47:02.475" v="446" actId="478"/>
          <ac:spMkLst>
            <pc:docMk/>
            <pc:sldMk cId="2688205273" sldId="285"/>
            <ac:spMk id="6" creationId="{911D587C-CE1B-D71B-FDFA-203918ED9C3D}"/>
          </ac:spMkLst>
        </pc:spChg>
        <pc:spChg chg="del">
          <ac:chgData name="vedha1321@gmail.com" userId="68aae82ff180e460" providerId="LiveId" clId="{12DAA9DF-24B3-4293-AFD6-3D13CFBE64E0}" dt="2026-03-08T08:46:54.843" v="443" actId="478"/>
          <ac:spMkLst>
            <pc:docMk/>
            <pc:sldMk cId="2688205273" sldId="285"/>
            <ac:spMk id="7" creationId="{8859D5A3-214D-123C-EBCD-565546754009}"/>
          </ac:spMkLst>
        </pc:spChg>
        <pc:spChg chg="del">
          <ac:chgData name="vedha1321@gmail.com" userId="68aae82ff180e460" providerId="LiveId" clId="{12DAA9DF-24B3-4293-AFD6-3D13CFBE64E0}" dt="2026-03-08T08:46:44.319" v="438" actId="478"/>
          <ac:spMkLst>
            <pc:docMk/>
            <pc:sldMk cId="2688205273" sldId="285"/>
            <ac:spMk id="13" creationId="{633B0A54-8B42-F489-8668-CB6E1172068C}"/>
          </ac:spMkLst>
        </pc:spChg>
        <pc:spChg chg="del">
          <ac:chgData name="vedha1321@gmail.com" userId="68aae82ff180e460" providerId="LiveId" clId="{12DAA9DF-24B3-4293-AFD6-3D13CFBE64E0}" dt="2026-03-08T08:47:43.211" v="459" actId="478"/>
          <ac:spMkLst>
            <pc:docMk/>
            <pc:sldMk cId="2688205273" sldId="285"/>
            <ac:spMk id="2153" creationId="{36AF8F42-FDFF-DCC3-6655-BECA274C1310}"/>
          </ac:spMkLst>
        </pc:spChg>
        <pc:spChg chg="del">
          <ac:chgData name="vedha1321@gmail.com" userId="68aae82ff180e460" providerId="LiveId" clId="{12DAA9DF-24B3-4293-AFD6-3D13CFBE64E0}" dt="2026-03-08T08:46:50.386" v="441" actId="478"/>
          <ac:spMkLst>
            <pc:docMk/>
            <pc:sldMk cId="2688205273" sldId="285"/>
            <ac:spMk id="2156" creationId="{ABA3C590-7EB6-8E15-97F2-CBD4C9F06FC0}"/>
          </ac:spMkLst>
        </pc:spChg>
        <pc:spChg chg="del">
          <ac:chgData name="vedha1321@gmail.com" userId="68aae82ff180e460" providerId="LiveId" clId="{12DAA9DF-24B3-4293-AFD6-3D13CFBE64E0}" dt="2026-03-08T08:47:06.916" v="447" actId="478"/>
          <ac:spMkLst>
            <pc:docMk/>
            <pc:sldMk cId="2688205273" sldId="285"/>
            <ac:spMk id="2159" creationId="{57FE6991-AC4F-EB48-E7AE-F369ED7AD373}"/>
          </ac:spMkLst>
        </pc:spChg>
        <pc:spChg chg="del">
          <ac:chgData name="vedha1321@gmail.com" userId="68aae82ff180e460" providerId="LiveId" clId="{12DAA9DF-24B3-4293-AFD6-3D13CFBE64E0}" dt="2026-03-08T08:46:40.740" v="436" actId="478"/>
          <ac:spMkLst>
            <pc:docMk/>
            <pc:sldMk cId="2688205273" sldId="285"/>
            <ac:spMk id="2162" creationId="{2D5042C3-1F46-AAFF-9052-D9F9EF4437E4}"/>
          </ac:spMkLst>
        </pc:spChg>
        <pc:spChg chg="del">
          <ac:chgData name="vedha1321@gmail.com" userId="68aae82ff180e460" providerId="LiveId" clId="{12DAA9DF-24B3-4293-AFD6-3D13CFBE64E0}" dt="2026-03-08T08:47:39.190" v="458" actId="478"/>
          <ac:spMkLst>
            <pc:docMk/>
            <pc:sldMk cId="2688205273" sldId="285"/>
            <ac:spMk id="2164" creationId="{505EB540-053D-8FE8-4D3C-CACCEAA90B98}"/>
          </ac:spMkLst>
        </pc:spChg>
        <pc:spChg chg="del">
          <ac:chgData name="vedha1321@gmail.com" userId="68aae82ff180e460" providerId="LiveId" clId="{12DAA9DF-24B3-4293-AFD6-3D13CFBE64E0}" dt="2026-03-08T08:46:42.879" v="437" actId="478"/>
          <ac:spMkLst>
            <pc:docMk/>
            <pc:sldMk cId="2688205273" sldId="285"/>
            <ac:spMk id="2167" creationId="{14A413AB-AB66-976A-19A1-C4C8074F60D1}"/>
          </ac:spMkLst>
        </pc:spChg>
        <pc:spChg chg="del">
          <ac:chgData name="vedha1321@gmail.com" userId="68aae82ff180e460" providerId="LiveId" clId="{12DAA9DF-24B3-4293-AFD6-3D13CFBE64E0}" dt="2026-03-08T08:47:31.074" v="456" actId="478"/>
          <ac:spMkLst>
            <pc:docMk/>
            <pc:sldMk cId="2688205273" sldId="285"/>
            <ac:spMk id="2169" creationId="{798F333E-A5F2-8F13-643F-B431863D21BE}"/>
          </ac:spMkLst>
        </pc:spChg>
        <pc:spChg chg="del">
          <ac:chgData name="vedha1321@gmail.com" userId="68aae82ff180e460" providerId="LiveId" clId="{12DAA9DF-24B3-4293-AFD6-3D13CFBE64E0}" dt="2026-03-08T08:47:09.223" v="448" actId="478"/>
          <ac:spMkLst>
            <pc:docMk/>
            <pc:sldMk cId="2688205273" sldId="285"/>
            <ac:spMk id="2172" creationId="{3BFE2475-5DBB-5C64-FC08-DF033AA9FD64}"/>
          </ac:spMkLst>
        </pc:spChg>
        <pc:spChg chg="del">
          <ac:chgData name="vedha1321@gmail.com" userId="68aae82ff180e460" providerId="LiveId" clId="{12DAA9DF-24B3-4293-AFD6-3D13CFBE64E0}" dt="2026-03-08T08:47:35.060" v="457" actId="478"/>
          <ac:spMkLst>
            <pc:docMk/>
            <pc:sldMk cId="2688205273" sldId="285"/>
            <ac:spMk id="2174" creationId="{8CDA2F3B-9D49-202B-803B-BDC0AC9E0900}"/>
          </ac:spMkLst>
        </pc:spChg>
        <pc:spChg chg="del">
          <ac:chgData name="vedha1321@gmail.com" userId="68aae82ff180e460" providerId="LiveId" clId="{12DAA9DF-24B3-4293-AFD6-3D13CFBE64E0}" dt="2026-03-08T08:47:12.797" v="450" actId="478"/>
          <ac:spMkLst>
            <pc:docMk/>
            <pc:sldMk cId="2688205273" sldId="285"/>
            <ac:spMk id="2177" creationId="{24F8A440-F4F0-D266-EF7F-8D14B1ED08B1}"/>
          </ac:spMkLst>
        </pc:spChg>
        <pc:spChg chg="del">
          <ac:chgData name="vedha1321@gmail.com" userId="68aae82ff180e460" providerId="LiveId" clId="{12DAA9DF-24B3-4293-AFD6-3D13CFBE64E0}" dt="2026-03-08T08:47:27.383" v="455" actId="478"/>
          <ac:spMkLst>
            <pc:docMk/>
            <pc:sldMk cId="2688205273" sldId="285"/>
            <ac:spMk id="2179" creationId="{03934FE1-B1BD-4065-493C-D00246B1479B}"/>
          </ac:spMkLst>
        </pc:spChg>
        <pc:spChg chg="del">
          <ac:chgData name="vedha1321@gmail.com" userId="68aae82ff180e460" providerId="LiveId" clId="{12DAA9DF-24B3-4293-AFD6-3D13CFBE64E0}" dt="2026-03-08T08:47:18.836" v="453" actId="478"/>
          <ac:spMkLst>
            <pc:docMk/>
            <pc:sldMk cId="2688205273" sldId="285"/>
            <ac:spMk id="2182" creationId="{D1B3765C-B448-DFD8-FD5C-CB640F3E7089}"/>
          </ac:spMkLst>
        </pc:spChg>
        <pc:spChg chg="del">
          <ac:chgData name="vedha1321@gmail.com" userId="68aae82ff180e460" providerId="LiveId" clId="{12DAA9DF-24B3-4293-AFD6-3D13CFBE64E0}" dt="2026-03-08T08:46:56.065" v="444" actId="478"/>
          <ac:spMkLst>
            <pc:docMk/>
            <pc:sldMk cId="2688205273" sldId="285"/>
            <ac:spMk id="2206" creationId="{C4BD00D0-CC17-3983-194F-FC4692765CE3}"/>
          </ac:spMkLst>
        </pc:spChg>
        <pc:spChg chg="del">
          <ac:chgData name="vedha1321@gmail.com" userId="68aae82ff180e460" providerId="LiveId" clId="{12DAA9DF-24B3-4293-AFD6-3D13CFBE64E0}" dt="2026-03-08T08:46:47.748" v="440" actId="478"/>
          <ac:spMkLst>
            <pc:docMk/>
            <pc:sldMk cId="2688205273" sldId="285"/>
            <ac:spMk id="2210" creationId="{669B11C0-97E0-05F8-7A53-C050DE982328}"/>
          </ac:spMkLst>
        </pc:spChg>
        <pc:spChg chg="del">
          <ac:chgData name="vedha1321@gmail.com" userId="68aae82ff180e460" providerId="LiveId" clId="{12DAA9DF-24B3-4293-AFD6-3D13CFBE64E0}" dt="2026-03-08T08:47:17.370" v="452" actId="478"/>
          <ac:spMkLst>
            <pc:docMk/>
            <pc:sldMk cId="2688205273" sldId="285"/>
            <ac:spMk id="2226" creationId="{F306C11C-DC74-1CC2-0ED7-905E3AC08BDC}"/>
          </ac:spMkLst>
        </pc:spChg>
        <pc:spChg chg="del">
          <ac:chgData name="vedha1321@gmail.com" userId="68aae82ff180e460" providerId="LiveId" clId="{12DAA9DF-24B3-4293-AFD6-3D13CFBE64E0}" dt="2026-03-08T08:47:14.425" v="451" actId="478"/>
          <ac:spMkLst>
            <pc:docMk/>
            <pc:sldMk cId="2688205273" sldId="285"/>
            <ac:spMk id="2227" creationId="{CE1A93A7-9C42-B3C7-936B-3A5E5B9CF8B0}"/>
          </ac:spMkLst>
        </pc:spChg>
        <pc:spChg chg="del">
          <ac:chgData name="vedha1321@gmail.com" userId="68aae82ff180e460" providerId="LiveId" clId="{12DAA9DF-24B3-4293-AFD6-3D13CFBE64E0}" dt="2026-03-08T08:46:51.870" v="442" actId="478"/>
          <ac:spMkLst>
            <pc:docMk/>
            <pc:sldMk cId="2688205273" sldId="285"/>
            <ac:spMk id="2228" creationId="{B6365E63-6E0F-8C28-E88D-D97D62780855}"/>
          </ac:spMkLst>
        </pc:spChg>
        <pc:spChg chg="del">
          <ac:chgData name="vedha1321@gmail.com" userId="68aae82ff180e460" providerId="LiveId" clId="{12DAA9DF-24B3-4293-AFD6-3D13CFBE64E0}" dt="2026-03-08T08:47:10.465" v="449" actId="478"/>
          <ac:spMkLst>
            <pc:docMk/>
            <pc:sldMk cId="2688205273" sldId="285"/>
            <ac:spMk id="2229" creationId="{8F743C84-2BE7-DD49-DCAE-D23A23192D3A}"/>
          </ac:spMkLst>
        </pc:spChg>
        <pc:spChg chg="del">
          <ac:chgData name="vedha1321@gmail.com" userId="68aae82ff180e460" providerId="LiveId" clId="{12DAA9DF-24B3-4293-AFD6-3D13CFBE64E0}" dt="2026-03-08T08:46:45.600" v="439" actId="478"/>
          <ac:spMkLst>
            <pc:docMk/>
            <pc:sldMk cId="2688205273" sldId="285"/>
            <ac:spMk id="2258" creationId="{43C2F5DA-AFEB-B23A-05C3-13444094B8B4}"/>
          </ac:spMkLst>
        </pc:spChg>
        <pc:picChg chg="add mod modCrop">
          <ac:chgData name="vedha1321@gmail.com" userId="68aae82ff180e460" providerId="LiveId" clId="{12DAA9DF-24B3-4293-AFD6-3D13CFBE64E0}" dt="2026-03-08T08:57:53.438" v="534" actId="1076"/>
          <ac:picMkLst>
            <pc:docMk/>
            <pc:sldMk cId="2688205273" sldId="285"/>
            <ac:picMk id="5" creationId="{D68F05E4-DD3C-D6A8-69EE-61AD67C733AB}"/>
          </ac:picMkLst>
        </pc:picChg>
        <pc:cxnChg chg="del">
          <ac:chgData name="vedha1321@gmail.com" userId="68aae82ff180e460" providerId="LiveId" clId="{12DAA9DF-24B3-4293-AFD6-3D13CFBE64E0}" dt="2026-03-08T08:46:58.411" v="445" actId="478"/>
          <ac:cxnSpMkLst>
            <pc:docMk/>
            <pc:sldMk cId="2688205273" sldId="285"/>
            <ac:cxnSpMk id="15" creationId="{B9A057F1-48C1-DF90-7E86-EA4DEE6F7FB7}"/>
          </ac:cxnSpMkLst>
        </pc:cxnChg>
        <pc:cxnChg chg="del">
          <ac:chgData name="vedha1321@gmail.com" userId="68aae82ff180e460" providerId="LiveId" clId="{12DAA9DF-24B3-4293-AFD6-3D13CFBE64E0}" dt="2026-03-08T08:47:45.862" v="460" actId="478"/>
          <ac:cxnSpMkLst>
            <pc:docMk/>
            <pc:sldMk cId="2688205273" sldId="285"/>
            <ac:cxnSpMk id="2155" creationId="{075DE838-8C63-718D-D74A-D633EEEC7635}"/>
          </ac:cxnSpMkLst>
        </pc:cxnChg>
        <pc:cxnChg chg="del">
          <ac:chgData name="vedha1321@gmail.com" userId="68aae82ff180e460" providerId="LiveId" clId="{12DAA9DF-24B3-4293-AFD6-3D13CFBE64E0}" dt="2026-03-08T08:47:48.318" v="461" actId="478"/>
          <ac:cxnSpMkLst>
            <pc:docMk/>
            <pc:sldMk cId="2688205273" sldId="285"/>
            <ac:cxnSpMk id="2161" creationId="{B0107B86-1896-344A-35FE-9126E2CEE922}"/>
          </ac:cxnSpMkLst>
        </pc:cxnChg>
        <pc:cxnChg chg="del">
          <ac:chgData name="vedha1321@gmail.com" userId="68aae82ff180e460" providerId="LiveId" clId="{12DAA9DF-24B3-4293-AFD6-3D13CFBE64E0}" dt="2026-03-08T08:47:51.203" v="462" actId="478"/>
          <ac:cxnSpMkLst>
            <pc:docMk/>
            <pc:sldMk cId="2688205273" sldId="285"/>
            <ac:cxnSpMk id="2166" creationId="{A7D62792-8AB0-E86C-3361-880FCB073256}"/>
          </ac:cxnSpMkLst>
        </pc:cxnChg>
        <pc:cxnChg chg="del">
          <ac:chgData name="vedha1321@gmail.com" userId="68aae82ff180e460" providerId="LiveId" clId="{12DAA9DF-24B3-4293-AFD6-3D13CFBE64E0}" dt="2026-03-08T08:47:53.507" v="463" actId="478"/>
          <ac:cxnSpMkLst>
            <pc:docMk/>
            <pc:sldMk cId="2688205273" sldId="285"/>
            <ac:cxnSpMk id="2171" creationId="{29DEA535-831D-69D1-A7D6-49775A262FE5}"/>
          </ac:cxnSpMkLst>
        </pc:cxnChg>
        <pc:cxnChg chg="del">
          <ac:chgData name="vedha1321@gmail.com" userId="68aae82ff180e460" providerId="LiveId" clId="{12DAA9DF-24B3-4293-AFD6-3D13CFBE64E0}" dt="2026-03-08T08:47:56.491" v="464" actId="478"/>
          <ac:cxnSpMkLst>
            <pc:docMk/>
            <pc:sldMk cId="2688205273" sldId="285"/>
            <ac:cxnSpMk id="2176" creationId="{2AA6E1F1-654E-FD18-948F-3311922783D8}"/>
          </ac:cxnSpMkLst>
        </pc:cxnChg>
        <pc:cxnChg chg="del">
          <ac:chgData name="vedha1321@gmail.com" userId="68aae82ff180e460" providerId="LiveId" clId="{12DAA9DF-24B3-4293-AFD6-3D13CFBE64E0}" dt="2026-03-08T08:47:23.970" v="454" actId="478"/>
          <ac:cxnSpMkLst>
            <pc:docMk/>
            <pc:sldMk cId="2688205273" sldId="285"/>
            <ac:cxnSpMk id="2181" creationId="{91279854-C7B8-04DE-F9A8-C4E9CDBF191F}"/>
          </ac:cxnSpMkLst>
        </pc:cxnChg>
      </pc:sldChg>
      <pc:sldChg chg="del">
        <pc:chgData name="vedha1321@gmail.com" userId="68aae82ff180e460" providerId="LiveId" clId="{12DAA9DF-24B3-4293-AFD6-3D13CFBE64E0}" dt="2026-03-08T09:05:31.804" v="605" actId="2696"/>
        <pc:sldMkLst>
          <pc:docMk/>
          <pc:sldMk cId="2433469039" sldId="286"/>
        </pc:sldMkLst>
      </pc:sldChg>
      <pc:sldChg chg="del">
        <pc:chgData name="vedha1321@gmail.com" userId="68aae82ff180e460" providerId="LiveId" clId="{12DAA9DF-24B3-4293-AFD6-3D13CFBE64E0}" dt="2026-03-08T09:06:00.982" v="611" actId="2696"/>
        <pc:sldMkLst>
          <pc:docMk/>
          <pc:sldMk cId="2502718350" sldId="287"/>
        </pc:sldMkLst>
      </pc:sldChg>
      <pc:sldChg chg="del">
        <pc:chgData name="vedha1321@gmail.com" userId="68aae82ff180e460" providerId="LiveId" clId="{12DAA9DF-24B3-4293-AFD6-3D13CFBE64E0}" dt="2026-03-08T09:05:57.318" v="610" actId="2696"/>
        <pc:sldMkLst>
          <pc:docMk/>
          <pc:sldMk cId="2871959757" sldId="288"/>
        </pc:sldMkLst>
      </pc:sldChg>
      <pc:sldChg chg="del">
        <pc:chgData name="vedha1321@gmail.com" userId="68aae82ff180e460" providerId="LiveId" clId="{12DAA9DF-24B3-4293-AFD6-3D13CFBE64E0}" dt="2026-03-08T09:05:53.610" v="609" actId="2696"/>
        <pc:sldMkLst>
          <pc:docMk/>
          <pc:sldMk cId="3464918499" sldId="289"/>
        </pc:sldMkLst>
      </pc:sldChg>
      <pc:sldChg chg="addSp modSp mod">
        <pc:chgData name="vedha1321@gmail.com" userId="68aae82ff180e460" providerId="LiveId" clId="{12DAA9DF-24B3-4293-AFD6-3D13CFBE64E0}" dt="2026-03-08T10:01:06.055" v="1109" actId="14100"/>
        <pc:sldMkLst>
          <pc:docMk/>
          <pc:sldMk cId="2215281618" sldId="290"/>
        </pc:sldMkLst>
        <pc:spChg chg="add mod">
          <ac:chgData name="vedha1321@gmail.com" userId="68aae82ff180e460" providerId="LiveId" clId="{12DAA9DF-24B3-4293-AFD6-3D13CFBE64E0}" dt="2026-03-08T10:01:06.055" v="1109" actId="14100"/>
          <ac:spMkLst>
            <pc:docMk/>
            <pc:sldMk cId="2215281618" sldId="290"/>
            <ac:spMk id="3" creationId="{DA5F669C-40F8-B9CE-6B0E-D668AF753C19}"/>
          </ac:spMkLst>
        </pc:spChg>
      </pc:sldChg>
      <pc:sldChg chg="del">
        <pc:chgData name="vedha1321@gmail.com" userId="68aae82ff180e460" providerId="LiveId" clId="{12DAA9DF-24B3-4293-AFD6-3D13CFBE64E0}" dt="2026-03-08T09:05:11.407" v="604" actId="2696"/>
        <pc:sldMkLst>
          <pc:docMk/>
          <pc:sldMk cId="1011361448" sldId="291"/>
        </pc:sldMkLst>
      </pc:sldChg>
      <pc:sldChg chg="del">
        <pc:chgData name="vedha1321@gmail.com" userId="68aae82ff180e460" providerId="LiveId" clId="{12DAA9DF-24B3-4293-AFD6-3D13CFBE64E0}" dt="2026-03-08T09:04:43.573" v="600" actId="2696"/>
        <pc:sldMkLst>
          <pc:docMk/>
          <pc:sldMk cId="1617840024" sldId="292"/>
        </pc:sldMkLst>
      </pc:sldChg>
      <pc:sldChg chg="del">
        <pc:chgData name="vedha1321@gmail.com" userId="68aae82ff180e460" providerId="LiveId" clId="{12DAA9DF-24B3-4293-AFD6-3D13CFBE64E0}" dt="2026-03-08T09:03:58.003" v="592" actId="2696"/>
        <pc:sldMkLst>
          <pc:docMk/>
          <pc:sldMk cId="167615148" sldId="293"/>
        </pc:sldMkLst>
      </pc:sldChg>
      <pc:sldChg chg="del">
        <pc:chgData name="vedha1321@gmail.com" userId="68aae82ff180e460" providerId="LiveId" clId="{12DAA9DF-24B3-4293-AFD6-3D13CFBE64E0}" dt="2026-03-08T09:03:51.115" v="591" actId="2696"/>
        <pc:sldMkLst>
          <pc:docMk/>
          <pc:sldMk cId="1204897370" sldId="294"/>
        </pc:sldMkLst>
      </pc:sldChg>
      <pc:sldChg chg="del">
        <pc:chgData name="vedha1321@gmail.com" userId="68aae82ff180e460" providerId="LiveId" clId="{12DAA9DF-24B3-4293-AFD6-3D13CFBE64E0}" dt="2026-03-08T09:04:02.244" v="593" actId="2696"/>
        <pc:sldMkLst>
          <pc:docMk/>
          <pc:sldMk cId="1370915685" sldId="296"/>
        </pc:sldMkLst>
      </pc:sldChg>
      <pc:sldChg chg="modSp mod">
        <pc:chgData name="vedha1321@gmail.com" userId="68aae82ff180e460" providerId="LiveId" clId="{12DAA9DF-24B3-4293-AFD6-3D13CFBE64E0}" dt="2026-03-08T09:19:27.741" v="690" actId="14100"/>
        <pc:sldMkLst>
          <pc:docMk/>
          <pc:sldMk cId="2777395045" sldId="297"/>
        </pc:sldMkLst>
        <pc:spChg chg="mod">
          <ac:chgData name="vedha1321@gmail.com" userId="68aae82ff180e460" providerId="LiveId" clId="{12DAA9DF-24B3-4293-AFD6-3D13CFBE64E0}" dt="2026-03-08T09:01:45.861" v="587" actId="1076"/>
          <ac:spMkLst>
            <pc:docMk/>
            <pc:sldMk cId="2777395045" sldId="297"/>
            <ac:spMk id="2" creationId="{52E844A1-87B0-FA8F-FC2B-0AAFDFDFCD3A}"/>
          </ac:spMkLst>
        </pc:spChg>
        <pc:spChg chg="mod">
          <ac:chgData name="vedha1321@gmail.com" userId="68aae82ff180e460" providerId="LiveId" clId="{12DAA9DF-24B3-4293-AFD6-3D13CFBE64E0}" dt="2026-03-08T09:19:08.771" v="688" actId="14100"/>
          <ac:spMkLst>
            <pc:docMk/>
            <pc:sldMk cId="2777395045" sldId="297"/>
            <ac:spMk id="3" creationId="{F94D271B-8175-8512-BEF4-AF7F8A2573B5}"/>
          </ac:spMkLst>
        </pc:spChg>
        <pc:picChg chg="mod">
          <ac:chgData name="vedha1321@gmail.com" userId="68aae82ff180e460" providerId="LiveId" clId="{12DAA9DF-24B3-4293-AFD6-3D13CFBE64E0}" dt="2026-03-08T09:19:27.741" v="690" actId="14100"/>
          <ac:picMkLst>
            <pc:docMk/>
            <pc:sldMk cId="2777395045" sldId="297"/>
            <ac:picMk id="7" creationId="{0266E248-E4A5-3FAB-F30C-7EE4CA16738E}"/>
          </ac:picMkLst>
        </pc:picChg>
      </pc:sldChg>
      <pc:sldChg chg="addSp modSp new mod">
        <pc:chgData name="vedha1321@gmail.com" userId="68aae82ff180e460" providerId="LiveId" clId="{12DAA9DF-24B3-4293-AFD6-3D13CFBE64E0}" dt="2026-03-08T09:18:49.196" v="686" actId="1076"/>
        <pc:sldMkLst>
          <pc:docMk/>
          <pc:sldMk cId="3938420167" sldId="298"/>
        </pc:sldMkLst>
        <pc:spChg chg="mod">
          <ac:chgData name="vedha1321@gmail.com" userId="68aae82ff180e460" providerId="LiveId" clId="{12DAA9DF-24B3-4293-AFD6-3D13CFBE64E0}" dt="2026-03-08T08:33:24.467" v="174" actId="1076"/>
          <ac:spMkLst>
            <pc:docMk/>
            <pc:sldMk cId="3938420167" sldId="298"/>
            <ac:spMk id="2" creationId="{1109F1DE-2B65-FDC0-2041-F9D6E7272DBE}"/>
          </ac:spMkLst>
        </pc:spChg>
        <pc:spChg chg="add mod">
          <ac:chgData name="vedha1321@gmail.com" userId="68aae82ff180e460" providerId="LiveId" clId="{12DAA9DF-24B3-4293-AFD6-3D13CFBE64E0}" dt="2026-03-08T09:18:44.266" v="685" actId="1076"/>
          <ac:spMkLst>
            <pc:docMk/>
            <pc:sldMk cId="3938420167" sldId="298"/>
            <ac:spMk id="5" creationId="{619FD942-5C27-F6CE-4017-2C835C5409E2}"/>
          </ac:spMkLst>
        </pc:spChg>
        <pc:picChg chg="add mod modCrop">
          <ac:chgData name="vedha1321@gmail.com" userId="68aae82ff180e460" providerId="LiveId" clId="{12DAA9DF-24B3-4293-AFD6-3D13CFBE64E0}" dt="2026-03-08T09:18:49.196" v="686" actId="1076"/>
          <ac:picMkLst>
            <pc:docMk/>
            <pc:sldMk cId="3938420167" sldId="298"/>
            <ac:picMk id="4" creationId="{F0AB99B6-055E-27C6-DF6A-A8FDF1DB4D9E}"/>
          </ac:picMkLst>
        </pc:picChg>
      </pc:sldChg>
      <pc:sldChg chg="new del">
        <pc:chgData name="vedha1321@gmail.com" userId="68aae82ff180e460" providerId="LiveId" clId="{12DAA9DF-24B3-4293-AFD6-3D13CFBE64E0}" dt="2026-03-08T08:46:29.438" v="435" actId="2696"/>
        <pc:sldMkLst>
          <pc:docMk/>
          <pc:sldMk cId="1307807624" sldId="299"/>
        </pc:sldMkLst>
      </pc:sldChg>
      <pc:sldChg chg="addSp modSp new del mod ord">
        <pc:chgData name="vedha1321@gmail.com" userId="68aae82ff180e460" providerId="LiveId" clId="{12DAA9DF-24B3-4293-AFD6-3D13CFBE64E0}" dt="2026-03-08T09:03:25.051" v="589" actId="2696"/>
        <pc:sldMkLst>
          <pc:docMk/>
          <pc:sldMk cId="3471120611" sldId="300"/>
        </pc:sldMkLst>
        <pc:spChg chg="mod">
          <ac:chgData name="vedha1321@gmail.com" userId="68aae82ff180e460" providerId="LiveId" clId="{12DAA9DF-24B3-4293-AFD6-3D13CFBE64E0}" dt="2026-03-08T08:58:13.925" v="540" actId="20577"/>
          <ac:spMkLst>
            <pc:docMk/>
            <pc:sldMk cId="3471120611" sldId="300"/>
            <ac:spMk id="2" creationId="{76F7BF73-AEFB-5874-C84E-5F64013485FF}"/>
          </ac:spMkLst>
        </pc:spChg>
        <pc:spChg chg="add mod">
          <ac:chgData name="vedha1321@gmail.com" userId="68aae82ff180e460" providerId="LiveId" clId="{12DAA9DF-24B3-4293-AFD6-3D13CFBE64E0}" dt="2026-03-08T09:00:26.990" v="573" actId="20577"/>
          <ac:spMkLst>
            <pc:docMk/>
            <pc:sldMk cId="3471120611" sldId="300"/>
            <ac:spMk id="3" creationId="{EF100770-295B-8951-AE9A-F91332F1194D}"/>
          </ac:spMkLst>
        </pc:spChg>
      </pc:sldChg>
      <pc:sldChg chg="addSp modSp new mod">
        <pc:chgData name="vedha1321@gmail.com" userId="68aae82ff180e460" providerId="LiveId" clId="{12DAA9DF-24B3-4293-AFD6-3D13CFBE64E0}" dt="2026-03-08T09:40:38.732" v="772" actId="1076"/>
        <pc:sldMkLst>
          <pc:docMk/>
          <pc:sldMk cId="875124190" sldId="301"/>
        </pc:sldMkLst>
        <pc:spChg chg="mod">
          <ac:chgData name="vedha1321@gmail.com" userId="68aae82ff180e460" providerId="LiveId" clId="{12DAA9DF-24B3-4293-AFD6-3D13CFBE64E0}" dt="2026-03-08T09:01:19.584" v="586" actId="20577"/>
          <ac:spMkLst>
            <pc:docMk/>
            <pc:sldMk cId="875124190" sldId="301"/>
            <ac:spMk id="2" creationId="{AEDD1C91-0A45-F628-BCC9-AA192BBBCDC9}"/>
          </ac:spMkLst>
        </pc:spChg>
        <pc:spChg chg="add mod">
          <ac:chgData name="vedha1321@gmail.com" userId="68aae82ff180e460" providerId="LiveId" clId="{12DAA9DF-24B3-4293-AFD6-3D13CFBE64E0}" dt="2026-03-08T09:39:13.355" v="767" actId="1076"/>
          <ac:spMkLst>
            <pc:docMk/>
            <pc:sldMk cId="875124190" sldId="301"/>
            <ac:spMk id="3" creationId="{DD373A38-0013-F5B5-D90B-8F430ACF3755}"/>
          </ac:spMkLst>
        </pc:spChg>
        <pc:picChg chg="add mod">
          <ac:chgData name="vedha1321@gmail.com" userId="68aae82ff180e460" providerId="LiveId" clId="{12DAA9DF-24B3-4293-AFD6-3D13CFBE64E0}" dt="2026-03-08T09:40:38.732" v="772" actId="1076"/>
          <ac:picMkLst>
            <pc:docMk/>
            <pc:sldMk cId="875124190" sldId="301"/>
            <ac:picMk id="5" creationId="{B52FC021-B8DB-1305-7B62-D99481AB2AAE}"/>
          </ac:picMkLst>
        </pc:picChg>
      </pc:sldChg>
      <pc:sldChg chg="addSp delSp modSp add mod">
        <pc:chgData name="vedha1321@gmail.com" userId="68aae82ff180e460" providerId="LiveId" clId="{12DAA9DF-24B3-4293-AFD6-3D13CFBE64E0}" dt="2026-03-08T09:21:14.609" v="694" actId="1076"/>
        <pc:sldMkLst>
          <pc:docMk/>
          <pc:sldMk cId="3847226537" sldId="302"/>
        </pc:sldMkLst>
        <pc:spChg chg="mod">
          <ac:chgData name="vedha1321@gmail.com" userId="68aae82ff180e460" providerId="LiveId" clId="{12DAA9DF-24B3-4293-AFD6-3D13CFBE64E0}" dt="2026-03-08T09:17:25.861" v="677" actId="404"/>
          <ac:spMkLst>
            <pc:docMk/>
            <pc:sldMk cId="3847226537" sldId="302"/>
            <ac:spMk id="2" creationId="{DC5F82A5-0670-C806-BC8B-C86097474723}"/>
          </ac:spMkLst>
        </pc:spChg>
        <pc:spChg chg="mod">
          <ac:chgData name="vedha1321@gmail.com" userId="68aae82ff180e460" providerId="LiveId" clId="{12DAA9DF-24B3-4293-AFD6-3D13CFBE64E0}" dt="2026-03-08T09:18:10.072" v="682" actId="1076"/>
          <ac:spMkLst>
            <pc:docMk/>
            <pc:sldMk cId="3847226537" sldId="302"/>
            <ac:spMk id="12" creationId="{B7EBAEC1-4A8A-67AB-1E62-2FC38941C255}"/>
          </ac:spMkLst>
        </pc:spChg>
        <pc:picChg chg="del">
          <ac:chgData name="vedha1321@gmail.com" userId="68aae82ff180e460" providerId="LiveId" clId="{12DAA9DF-24B3-4293-AFD6-3D13CFBE64E0}" dt="2026-03-08T09:17:51.695" v="680" actId="478"/>
          <ac:picMkLst>
            <pc:docMk/>
            <pc:sldMk cId="3847226537" sldId="302"/>
            <ac:picMk id="4" creationId="{78E9DDF0-6863-4A23-FB16-F6EA0762CEA3}"/>
          </ac:picMkLst>
        </pc:picChg>
        <pc:picChg chg="add mod">
          <ac:chgData name="vedha1321@gmail.com" userId="68aae82ff180e460" providerId="LiveId" clId="{12DAA9DF-24B3-4293-AFD6-3D13CFBE64E0}" dt="2026-03-08T09:21:14.609" v="694" actId="1076"/>
          <ac:picMkLst>
            <pc:docMk/>
            <pc:sldMk cId="3847226537" sldId="302"/>
            <ac:picMk id="5" creationId="{34A277E7-AE14-F290-E0D4-DDB3B06DC52A}"/>
          </ac:picMkLst>
        </pc:picChg>
        <pc:picChg chg="del">
          <ac:chgData name="vedha1321@gmail.com" userId="68aae82ff180e460" providerId="LiveId" clId="{12DAA9DF-24B3-4293-AFD6-3D13CFBE64E0}" dt="2026-03-08T09:17:49.930" v="679" actId="478"/>
          <ac:picMkLst>
            <pc:docMk/>
            <pc:sldMk cId="3847226537" sldId="302"/>
            <ac:picMk id="6" creationId="{75066664-78DD-553B-C6C5-49DFFCE17744}"/>
          </ac:picMkLst>
        </pc:picChg>
      </pc:sldChg>
      <pc:sldChg chg="addSp modSp new mod ord">
        <pc:chgData name="vedha1321@gmail.com" userId="68aae82ff180e460" providerId="LiveId" clId="{12DAA9DF-24B3-4293-AFD6-3D13CFBE64E0}" dt="2026-03-08T09:47:21.794" v="810" actId="1076"/>
        <pc:sldMkLst>
          <pc:docMk/>
          <pc:sldMk cId="221388073" sldId="303"/>
        </pc:sldMkLst>
        <pc:spChg chg="mod">
          <ac:chgData name="vedha1321@gmail.com" userId="68aae82ff180e460" providerId="LiveId" clId="{12DAA9DF-24B3-4293-AFD6-3D13CFBE64E0}" dt="2026-03-08T09:47:21.794" v="810" actId="1076"/>
          <ac:spMkLst>
            <pc:docMk/>
            <pc:sldMk cId="221388073" sldId="303"/>
            <ac:spMk id="2" creationId="{D0C01ADD-7B13-20E0-1134-ACD9F8C29629}"/>
          </ac:spMkLst>
        </pc:spChg>
        <pc:spChg chg="add mod">
          <ac:chgData name="vedha1321@gmail.com" userId="68aae82ff180e460" providerId="LiveId" clId="{12DAA9DF-24B3-4293-AFD6-3D13CFBE64E0}" dt="2026-03-08T09:34:06.370" v="754" actId="1076"/>
          <ac:spMkLst>
            <pc:docMk/>
            <pc:sldMk cId="221388073" sldId="303"/>
            <ac:spMk id="3" creationId="{916E91B9-DC74-F260-FFD0-D7825958EADC}"/>
          </ac:spMkLst>
        </pc:spChg>
        <pc:picChg chg="add mod">
          <ac:chgData name="vedha1321@gmail.com" userId="68aae82ff180e460" providerId="LiveId" clId="{12DAA9DF-24B3-4293-AFD6-3D13CFBE64E0}" dt="2026-03-08T09:34:11.028" v="755" actId="1076"/>
          <ac:picMkLst>
            <pc:docMk/>
            <pc:sldMk cId="221388073" sldId="303"/>
            <ac:picMk id="5" creationId="{751C3586-2890-9A8D-AD61-640F9E9ABB67}"/>
          </ac:picMkLst>
        </pc:picChg>
      </pc:sldChg>
      <pc:sldChg chg="addSp delSp modSp add mod">
        <pc:chgData name="vedha1321@gmail.com" userId="68aae82ff180e460" providerId="LiveId" clId="{12DAA9DF-24B3-4293-AFD6-3D13CFBE64E0}" dt="2026-03-08T09:27:47.752" v="723" actId="1076"/>
        <pc:sldMkLst>
          <pc:docMk/>
          <pc:sldMk cId="574643286" sldId="304"/>
        </pc:sldMkLst>
        <pc:spChg chg="mod">
          <ac:chgData name="vedha1321@gmail.com" userId="68aae82ff180e460" providerId="LiveId" clId="{12DAA9DF-24B3-4293-AFD6-3D13CFBE64E0}" dt="2026-03-08T09:22:34.556" v="714" actId="20577"/>
          <ac:spMkLst>
            <pc:docMk/>
            <pc:sldMk cId="574643286" sldId="304"/>
            <ac:spMk id="2" creationId="{42F45F4D-2168-C78E-7496-7D229920CDCE}"/>
          </ac:spMkLst>
        </pc:spChg>
        <pc:spChg chg="mod">
          <ac:chgData name="vedha1321@gmail.com" userId="68aae82ff180e460" providerId="LiveId" clId="{12DAA9DF-24B3-4293-AFD6-3D13CFBE64E0}" dt="2026-03-08T09:24:12.903" v="715"/>
          <ac:spMkLst>
            <pc:docMk/>
            <pc:sldMk cId="574643286" sldId="304"/>
            <ac:spMk id="12" creationId="{8FB789A3-E6AF-BEA5-4054-8CF3FF95B16C}"/>
          </ac:spMkLst>
        </pc:spChg>
        <pc:picChg chg="add mod modCrop">
          <ac:chgData name="vedha1321@gmail.com" userId="68aae82ff180e460" providerId="LiveId" clId="{12DAA9DF-24B3-4293-AFD6-3D13CFBE64E0}" dt="2026-03-08T09:27:47.752" v="723" actId="1076"/>
          <ac:picMkLst>
            <pc:docMk/>
            <pc:sldMk cId="574643286" sldId="304"/>
            <ac:picMk id="4" creationId="{6969AA7B-FACB-9990-C58E-E77A4B99F6C6}"/>
          </ac:picMkLst>
        </pc:picChg>
        <pc:picChg chg="del">
          <ac:chgData name="vedha1321@gmail.com" userId="68aae82ff180e460" providerId="LiveId" clId="{12DAA9DF-24B3-4293-AFD6-3D13CFBE64E0}" dt="2026-03-08T09:27:06.678" v="716" actId="478"/>
          <ac:picMkLst>
            <pc:docMk/>
            <pc:sldMk cId="574643286" sldId="304"/>
            <ac:picMk id="5" creationId="{222F9BAA-7720-C4C6-2274-4D46299468F8}"/>
          </ac:picMkLst>
        </pc:picChg>
      </pc:sldChg>
      <pc:sldChg chg="addSp modSp new mod">
        <pc:chgData name="vedha1321@gmail.com" userId="68aae82ff180e460" providerId="LiveId" clId="{12DAA9DF-24B3-4293-AFD6-3D13CFBE64E0}" dt="2026-03-08T09:43:23.910" v="794" actId="1076"/>
        <pc:sldMkLst>
          <pc:docMk/>
          <pc:sldMk cId="3211974124" sldId="305"/>
        </pc:sldMkLst>
        <pc:spChg chg="mod">
          <ac:chgData name="vedha1321@gmail.com" userId="68aae82ff180e460" providerId="LiveId" clId="{12DAA9DF-24B3-4293-AFD6-3D13CFBE64E0}" dt="2026-03-08T09:43:23.910" v="794" actId="1076"/>
          <ac:spMkLst>
            <pc:docMk/>
            <pc:sldMk cId="3211974124" sldId="305"/>
            <ac:spMk id="2" creationId="{30059936-6BE7-415C-FE7C-8724D5F4BD79}"/>
          </ac:spMkLst>
        </pc:spChg>
        <pc:spChg chg="add mod">
          <ac:chgData name="vedha1321@gmail.com" userId="68aae82ff180e460" providerId="LiveId" clId="{12DAA9DF-24B3-4293-AFD6-3D13CFBE64E0}" dt="2026-03-08T09:43:15.041" v="793" actId="14100"/>
          <ac:spMkLst>
            <pc:docMk/>
            <pc:sldMk cId="3211974124" sldId="305"/>
            <ac:spMk id="3" creationId="{F3187CBD-5450-A42A-7886-E6B8DA46E6BA}"/>
          </ac:spMkLst>
        </pc:spChg>
      </pc:sldChg>
      <pc:sldChg chg="addSp delSp modSp add mod">
        <pc:chgData name="vedha1321@gmail.com" userId="68aae82ff180e460" providerId="LiveId" clId="{12DAA9DF-24B3-4293-AFD6-3D13CFBE64E0}" dt="2026-03-08T09:51:39.138" v="837" actId="1076"/>
        <pc:sldMkLst>
          <pc:docMk/>
          <pc:sldMk cId="1197278958" sldId="306"/>
        </pc:sldMkLst>
        <pc:spChg chg="mod">
          <ac:chgData name="vedha1321@gmail.com" userId="68aae82ff180e460" providerId="LiveId" clId="{12DAA9DF-24B3-4293-AFD6-3D13CFBE64E0}" dt="2026-03-08T09:46:06.509" v="797"/>
          <ac:spMkLst>
            <pc:docMk/>
            <pc:sldMk cId="1197278958" sldId="306"/>
            <ac:spMk id="2" creationId="{2ADC68CB-8B17-01E5-36FE-2A00C3C84221}"/>
          </ac:spMkLst>
        </pc:spChg>
        <pc:spChg chg="mod">
          <ac:chgData name="vedha1321@gmail.com" userId="68aae82ff180e460" providerId="LiveId" clId="{12DAA9DF-24B3-4293-AFD6-3D13CFBE64E0}" dt="2026-03-08T09:51:39.138" v="837" actId="1076"/>
          <ac:spMkLst>
            <pc:docMk/>
            <pc:sldMk cId="1197278958" sldId="306"/>
            <ac:spMk id="12" creationId="{CACCB4F3-635B-CDC9-48D7-B2EAD0E1C491}"/>
          </ac:spMkLst>
        </pc:spChg>
        <pc:picChg chg="del">
          <ac:chgData name="vedha1321@gmail.com" userId="68aae82ff180e460" providerId="LiveId" clId="{12DAA9DF-24B3-4293-AFD6-3D13CFBE64E0}" dt="2026-03-08T09:48:22.857" v="811" actId="478"/>
          <ac:picMkLst>
            <pc:docMk/>
            <pc:sldMk cId="1197278958" sldId="306"/>
            <ac:picMk id="4" creationId="{5E9C1857-FECE-2EB8-1BFC-AC1DF5433411}"/>
          </ac:picMkLst>
        </pc:picChg>
        <pc:picChg chg="add mod modCrop">
          <ac:chgData name="vedha1321@gmail.com" userId="68aae82ff180e460" providerId="LiveId" clId="{12DAA9DF-24B3-4293-AFD6-3D13CFBE64E0}" dt="2026-03-08T09:51:26.934" v="835" actId="1076"/>
          <ac:picMkLst>
            <pc:docMk/>
            <pc:sldMk cId="1197278958" sldId="306"/>
            <ac:picMk id="5" creationId="{C17A5BEE-5B1A-1885-9E51-CC837E12208C}"/>
          </ac:picMkLst>
        </pc:picChg>
        <pc:picChg chg="add mod modCrop">
          <ac:chgData name="vedha1321@gmail.com" userId="68aae82ff180e460" providerId="LiveId" clId="{12DAA9DF-24B3-4293-AFD6-3D13CFBE64E0}" dt="2026-03-08T09:51:32.952" v="836" actId="1076"/>
          <ac:picMkLst>
            <pc:docMk/>
            <pc:sldMk cId="1197278958" sldId="306"/>
            <ac:picMk id="7" creationId="{DFCA08A8-BD97-18E4-0B75-4A23ADABEE26}"/>
          </ac:picMkLst>
        </pc:picChg>
      </pc:sldChg>
      <pc:sldChg chg="addSp modSp new mod">
        <pc:chgData name="vedha1321@gmail.com" userId="68aae82ff180e460" providerId="LiveId" clId="{12DAA9DF-24B3-4293-AFD6-3D13CFBE64E0}" dt="2026-03-08T17:29:47.769" v="1662" actId="20577"/>
        <pc:sldMkLst>
          <pc:docMk/>
          <pc:sldMk cId="1746729208" sldId="307"/>
        </pc:sldMkLst>
        <pc:spChg chg="add mod">
          <ac:chgData name="vedha1321@gmail.com" userId="68aae82ff180e460" providerId="LiveId" clId="{12DAA9DF-24B3-4293-AFD6-3D13CFBE64E0}" dt="2026-03-08T16:54:15.421" v="1364" actId="403"/>
          <ac:spMkLst>
            <pc:docMk/>
            <pc:sldMk cId="1746729208" sldId="307"/>
            <ac:spMk id="2" creationId="{5675AC54-0C6B-064A-459C-FF337262930E}"/>
          </ac:spMkLst>
        </pc:spChg>
        <pc:spChg chg="add mod">
          <ac:chgData name="vedha1321@gmail.com" userId="68aae82ff180e460" providerId="LiveId" clId="{12DAA9DF-24B3-4293-AFD6-3D13CFBE64E0}" dt="2026-03-08T17:29:47.769" v="1662" actId="20577"/>
          <ac:spMkLst>
            <pc:docMk/>
            <pc:sldMk cId="1746729208" sldId="307"/>
            <ac:spMk id="3" creationId="{6C03296D-B250-FEA5-8918-DB5B265727BF}"/>
          </ac:spMkLst>
        </pc:spChg>
      </pc:sldChg>
      <pc:sldMasterChg chg="delSldLayout">
        <pc:chgData name="vedha1321@gmail.com" userId="68aae82ff180e460" providerId="LiveId" clId="{12DAA9DF-24B3-4293-AFD6-3D13CFBE64E0}" dt="2026-03-08T09:03:58.003" v="592" actId="2696"/>
        <pc:sldMasterMkLst>
          <pc:docMk/>
          <pc:sldMasterMk cId="1561342579" sldId="2147483681"/>
        </pc:sldMasterMkLst>
        <pc:sldLayoutChg chg="del">
          <pc:chgData name="vedha1321@gmail.com" userId="68aae82ff180e460" providerId="LiveId" clId="{12DAA9DF-24B3-4293-AFD6-3D13CFBE64E0}" dt="2026-03-08T09:03:58.003" v="592" actId="2696"/>
          <pc:sldLayoutMkLst>
            <pc:docMk/>
            <pc:sldMasterMk cId="1561342579" sldId="2147483681"/>
            <pc:sldLayoutMk cId="3460537303" sldId="214748368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A72E0F-D894-E001-BECE-4286BFB752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F48CF-14EF-54D5-FCDE-0B806513E8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DB048-1467-496C-8284-53310DF34F7B}" type="datetimeFigureOut">
              <a:rPr lang="en-US" smtClean="0">
                <a:latin typeface="Inclusive Sans" pitchFamily="2" charset="0"/>
              </a:rPr>
              <a:t>3/8/2026</a:t>
            </a:fld>
            <a:endParaRPr lang="en-US" dirty="0">
              <a:latin typeface="Inclusive Sans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EB0EA-1010-7639-C93C-5F65FDB071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74549-D5BA-AD6D-0741-D66F604DD1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42E15-5921-4F63-A2D8-A5EA2201646E}" type="slidenum">
              <a:rPr lang="en-US" smtClean="0">
                <a:latin typeface="Inclusive Sans" pitchFamily="2" charset="0"/>
              </a:rPr>
              <a:t>‹#›</a:t>
            </a:fld>
            <a:endParaRPr lang="en-US" dirty="0">
              <a:latin typeface="Inclusiv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06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clusive Sans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clusive Sans" pitchFamily="2" charset="0"/>
              </a:defRPr>
            </a:lvl1pPr>
          </a:lstStyle>
          <a:p>
            <a:fld id="{FF1FCDF4-3AC8-4C42-A039-0BCDBA359721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clusive Sans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clusive Sans" pitchFamily="2" charset="0"/>
              </a:defRPr>
            </a:lvl1pPr>
          </a:lstStyle>
          <a:p>
            <a:fld id="{FA81C01A-8643-4622-8B58-5C1045A5BC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47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clusive Sans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clusive Sans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clusive Sans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clusive Sans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clusive Sans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6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ABF39C-12A4-AB5A-3C2E-2E6F7AAC02B9}"/>
              </a:ext>
            </a:extLst>
          </p:cNvPr>
          <p:cNvGrpSpPr/>
          <p:nvPr userDrawn="1"/>
        </p:nvGrpSpPr>
        <p:grpSpPr>
          <a:xfrm>
            <a:off x="-1185276" y="-275107"/>
            <a:ext cx="13377275" cy="8657108"/>
            <a:chOff x="-1185276" y="-275107"/>
            <a:chExt cx="13377275" cy="8657108"/>
          </a:xfrm>
        </p:grpSpPr>
        <p:sp>
          <p:nvSpPr>
            <p:cNvPr id="119" name="Rectangle 2">
              <a:extLst>
                <a:ext uri="{FF2B5EF4-FFF2-40B4-BE49-F238E27FC236}">
                  <a16:creationId xmlns:a16="http://schemas.microsoft.com/office/drawing/2014/main" id="{0E8D231C-0503-B6DB-2086-E3BC47041C4D}"/>
                </a:ext>
              </a:extLst>
            </p:cNvPr>
            <p:cNvSpPr/>
            <p:nvPr userDrawn="1"/>
          </p:nvSpPr>
          <p:spPr bwMode="auto">
            <a:xfrm flipH="1" flipV="1">
              <a:off x="117656" y="229622"/>
              <a:ext cx="12074343" cy="6398756"/>
            </a:xfrm>
            <a:custGeom>
              <a:avLst/>
              <a:gdLst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4" fmla="*/ 0 w 1580920"/>
                <a:gd name="connsiteY4" fmla="*/ 0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4" fmla="*/ 91440 w 1580920"/>
                <a:gd name="connsiteY4" fmla="*/ 91440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421852 w 1580920"/>
                <a:gd name="connsiteY3" fmla="*/ 3373804 h 337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0920" h="3373804">
                  <a:moveTo>
                    <a:pt x="0" y="0"/>
                  </a:moveTo>
                  <a:lnTo>
                    <a:pt x="1580920" y="0"/>
                  </a:lnTo>
                  <a:lnTo>
                    <a:pt x="1580920" y="3373804"/>
                  </a:lnTo>
                  <a:lnTo>
                    <a:pt x="421852" y="3373804"/>
                  </a:lnTo>
                </a:path>
              </a:pathLst>
            </a:custGeom>
            <a:noFill/>
            <a:ln w="41275">
              <a:gradFill flip="none" rotWithShape="1">
                <a:gsLst>
                  <a:gs pos="50000">
                    <a:schemeClr val="accent2"/>
                  </a:gs>
                  <a:gs pos="100000">
                    <a:schemeClr val="accent3"/>
                  </a:gs>
                  <a:gs pos="0">
                    <a:schemeClr val="accent1"/>
                  </a:gs>
                </a:gsLst>
                <a:lin ang="18900000" scaled="1"/>
                <a:tileRect/>
              </a:gra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899" name="Rectangle 3898">
              <a:extLst>
                <a:ext uri="{FF2B5EF4-FFF2-40B4-BE49-F238E27FC236}">
                  <a16:creationId xmlns:a16="http://schemas.microsoft.com/office/drawing/2014/main" id="{A6F63B9C-779A-F30C-0F44-1AD3672CC4F4}"/>
                </a:ext>
              </a:extLst>
            </p:cNvPr>
            <p:cNvSpPr/>
            <p:nvPr userDrawn="1"/>
          </p:nvSpPr>
          <p:spPr bwMode="auto">
            <a:xfrm>
              <a:off x="3609040" y="2923685"/>
              <a:ext cx="8579327" cy="10578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553" name="Freeform: Shape 3552">
              <a:extLst>
                <a:ext uri="{FF2B5EF4-FFF2-40B4-BE49-F238E27FC236}">
                  <a16:creationId xmlns:a16="http://schemas.microsoft.com/office/drawing/2014/main" id="{F93EA385-1BF8-2937-F3CE-DDA966A0DA5E}"/>
                </a:ext>
              </a:extLst>
            </p:cNvPr>
            <p:cNvSpPr/>
            <p:nvPr/>
          </p:nvSpPr>
          <p:spPr>
            <a:xfrm rot="14400000" flipV="1">
              <a:off x="-2525415" y="1217465"/>
              <a:ext cx="8657108" cy="5671963"/>
            </a:xfrm>
            <a:custGeom>
              <a:avLst/>
              <a:gdLst>
                <a:gd name="connsiteX0" fmla="*/ 2717906 w 8657108"/>
                <a:gd name="connsiteY0" fmla="*/ 5671963 h 5671963"/>
                <a:gd name="connsiteX1" fmla="*/ 0 w 8657108"/>
                <a:gd name="connsiteY1" fmla="*/ 964411 h 5671963"/>
                <a:gd name="connsiteX2" fmla="*/ 35715 w 8657108"/>
                <a:gd name="connsiteY2" fmla="*/ 934967 h 5671963"/>
                <a:gd name="connsiteX3" fmla="*/ 283970 w 8657108"/>
                <a:gd name="connsiteY3" fmla="*/ 859194 h 5671963"/>
                <a:gd name="connsiteX4" fmla="*/ 565272 w 8657108"/>
                <a:gd name="connsiteY4" fmla="*/ 959641 h 5671963"/>
                <a:gd name="connsiteX5" fmla="*/ 1187762 w 8657108"/>
                <a:gd name="connsiteY5" fmla="*/ 457564 h 5671963"/>
                <a:gd name="connsiteX6" fmla="*/ 1824573 w 8657108"/>
                <a:gd name="connsiteY6" fmla="*/ 1093902 h 5671963"/>
                <a:gd name="connsiteX7" fmla="*/ 1823091 w 8657108"/>
                <a:gd name="connsiteY7" fmla="*/ 1135328 h 5671963"/>
                <a:gd name="connsiteX8" fmla="*/ 1957162 w 8657108"/>
                <a:gd name="connsiteY8" fmla="*/ 1114625 h 5671963"/>
                <a:gd name="connsiteX9" fmla="*/ 2230879 w 8657108"/>
                <a:gd name="connsiteY9" fmla="*/ 1209424 h 5671963"/>
                <a:gd name="connsiteX10" fmla="*/ 2228517 w 8657108"/>
                <a:gd name="connsiteY10" fmla="*/ 1163569 h 5671963"/>
                <a:gd name="connsiteX11" fmla="*/ 2672564 w 8657108"/>
                <a:gd name="connsiteY11" fmla="*/ 719870 h 5671963"/>
                <a:gd name="connsiteX12" fmla="*/ 2913347 w 8657108"/>
                <a:gd name="connsiteY12" fmla="*/ 791095 h 5671963"/>
                <a:gd name="connsiteX13" fmla="*/ 2898073 w 8657108"/>
                <a:gd name="connsiteY13" fmla="*/ 652687 h 5671963"/>
                <a:gd name="connsiteX14" fmla="*/ 3534884 w 8657108"/>
                <a:gd name="connsiteY14" fmla="*/ 16369 h 5671963"/>
                <a:gd name="connsiteX15" fmla="*/ 4096853 w 8657108"/>
                <a:gd name="connsiteY15" fmla="*/ 353358 h 5671963"/>
                <a:gd name="connsiteX16" fmla="*/ 4531625 w 8657108"/>
                <a:gd name="connsiteY16" fmla="*/ 1 h 5671963"/>
                <a:gd name="connsiteX17" fmla="*/ 4973527 w 8657108"/>
                <a:gd name="connsiteY17" fmla="*/ 401649 h 5671963"/>
                <a:gd name="connsiteX18" fmla="*/ 5184793 w 8657108"/>
                <a:gd name="connsiteY18" fmla="*/ 348294 h 5671963"/>
                <a:gd name="connsiteX19" fmla="*/ 5628840 w 8657108"/>
                <a:gd name="connsiteY19" fmla="*/ 791973 h 5671963"/>
                <a:gd name="connsiteX20" fmla="*/ 5610810 w 8657108"/>
                <a:gd name="connsiteY20" fmla="*/ 916392 h 5671963"/>
                <a:gd name="connsiteX21" fmla="*/ 5835478 w 8657108"/>
                <a:gd name="connsiteY21" fmla="*/ 875533 h 5671963"/>
                <a:gd name="connsiteX22" fmla="*/ 6472288 w 8657108"/>
                <a:gd name="connsiteY22" fmla="*/ 1511852 h 5671963"/>
                <a:gd name="connsiteX23" fmla="*/ 6362311 w 8657108"/>
                <a:gd name="connsiteY23" fmla="*/ 1869326 h 5671963"/>
                <a:gd name="connsiteX24" fmla="*/ 6535126 w 8657108"/>
                <a:gd name="connsiteY24" fmla="*/ 1834475 h 5671963"/>
                <a:gd name="connsiteX25" fmla="*/ 6937040 w 8657108"/>
                <a:gd name="connsiteY25" fmla="*/ 2090529 h 5671963"/>
                <a:gd name="connsiteX26" fmla="*/ 7508650 w 8657108"/>
                <a:gd name="connsiteY26" fmla="*/ 1734736 h 5671963"/>
                <a:gd name="connsiteX27" fmla="*/ 8109825 w 8657108"/>
                <a:gd name="connsiteY27" fmla="*/ 2161272 h 5671963"/>
                <a:gd name="connsiteX28" fmla="*/ 8487152 w 8657108"/>
                <a:gd name="connsiteY28" fmla="*/ 1950555 h 5671963"/>
                <a:gd name="connsiteX29" fmla="*/ 8488357 w 8657108"/>
                <a:gd name="connsiteY29" fmla="*/ 1950676 h 5671963"/>
                <a:gd name="connsiteX30" fmla="*/ 8657108 w 8657108"/>
                <a:gd name="connsiteY30" fmla="*/ 2242963 h 567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57108" h="5671963">
                  <a:moveTo>
                    <a:pt x="2717906" y="5671963"/>
                  </a:moveTo>
                  <a:lnTo>
                    <a:pt x="0" y="964411"/>
                  </a:lnTo>
                  <a:lnTo>
                    <a:pt x="35715" y="934967"/>
                  </a:lnTo>
                  <a:cubicBezTo>
                    <a:pt x="106582" y="887127"/>
                    <a:pt x="192013" y="859194"/>
                    <a:pt x="283970" y="859194"/>
                  </a:cubicBezTo>
                  <a:cubicBezTo>
                    <a:pt x="390766" y="859194"/>
                    <a:pt x="488701" y="896889"/>
                    <a:pt x="565272" y="959641"/>
                  </a:cubicBezTo>
                  <a:cubicBezTo>
                    <a:pt x="626965" y="672693"/>
                    <a:pt x="882161" y="457564"/>
                    <a:pt x="1187762" y="457564"/>
                  </a:cubicBezTo>
                  <a:cubicBezTo>
                    <a:pt x="1539467" y="457563"/>
                    <a:pt x="1824573" y="742444"/>
                    <a:pt x="1824573" y="1093902"/>
                  </a:cubicBezTo>
                  <a:cubicBezTo>
                    <a:pt x="1824573" y="1107832"/>
                    <a:pt x="1823969" y="1121605"/>
                    <a:pt x="1823091" y="1135328"/>
                  </a:cubicBezTo>
                  <a:cubicBezTo>
                    <a:pt x="1865394" y="1121935"/>
                    <a:pt x="1910410" y="1114625"/>
                    <a:pt x="1957162" y="1114625"/>
                  </a:cubicBezTo>
                  <a:cubicBezTo>
                    <a:pt x="2060556" y="1114625"/>
                    <a:pt x="2155431" y="1150214"/>
                    <a:pt x="2230879" y="1209424"/>
                  </a:cubicBezTo>
                  <a:cubicBezTo>
                    <a:pt x="2229330" y="1194350"/>
                    <a:pt x="2228517" y="1179068"/>
                    <a:pt x="2228517" y="1163569"/>
                  </a:cubicBezTo>
                  <a:cubicBezTo>
                    <a:pt x="2228517" y="918508"/>
                    <a:pt x="2427325" y="719870"/>
                    <a:pt x="2672564" y="719870"/>
                  </a:cubicBezTo>
                  <a:cubicBezTo>
                    <a:pt x="2761414" y="719870"/>
                    <a:pt x="2843945" y="746212"/>
                    <a:pt x="2913347" y="791095"/>
                  </a:cubicBezTo>
                  <a:cubicBezTo>
                    <a:pt x="2903467" y="746534"/>
                    <a:pt x="2898073" y="700253"/>
                    <a:pt x="2898073" y="652687"/>
                  </a:cubicBezTo>
                  <a:cubicBezTo>
                    <a:pt x="2898073" y="301229"/>
                    <a:pt x="3183161" y="16369"/>
                    <a:pt x="3534884" y="16369"/>
                  </a:cubicBezTo>
                  <a:cubicBezTo>
                    <a:pt x="3778273" y="16369"/>
                    <a:pt x="3989689" y="152849"/>
                    <a:pt x="4096853" y="353358"/>
                  </a:cubicBezTo>
                  <a:cubicBezTo>
                    <a:pt x="4138617" y="151640"/>
                    <a:pt x="4317393" y="0"/>
                    <a:pt x="4531625" y="1"/>
                  </a:cubicBezTo>
                  <a:cubicBezTo>
                    <a:pt x="4762696" y="1"/>
                    <a:pt x="4952305" y="176329"/>
                    <a:pt x="4973527" y="401649"/>
                  </a:cubicBezTo>
                  <a:cubicBezTo>
                    <a:pt x="5036365" y="367639"/>
                    <a:pt x="5108307" y="348294"/>
                    <a:pt x="5184793" y="348294"/>
                  </a:cubicBezTo>
                  <a:cubicBezTo>
                    <a:pt x="5430052" y="348294"/>
                    <a:pt x="5628840" y="546933"/>
                    <a:pt x="5628840" y="791973"/>
                  </a:cubicBezTo>
                  <a:cubicBezTo>
                    <a:pt x="5628840" y="835213"/>
                    <a:pt x="5622352" y="876884"/>
                    <a:pt x="5610810" y="916392"/>
                  </a:cubicBezTo>
                  <a:cubicBezTo>
                    <a:pt x="5680684" y="890050"/>
                    <a:pt x="5756358" y="875533"/>
                    <a:pt x="5835478" y="875533"/>
                  </a:cubicBezTo>
                  <a:cubicBezTo>
                    <a:pt x="6187201" y="875533"/>
                    <a:pt x="6472288" y="1160414"/>
                    <a:pt x="6472288" y="1511852"/>
                  </a:cubicBezTo>
                  <a:cubicBezTo>
                    <a:pt x="6472288" y="1644443"/>
                    <a:pt x="6431693" y="1767510"/>
                    <a:pt x="6362311" y="1869326"/>
                  </a:cubicBezTo>
                  <a:cubicBezTo>
                    <a:pt x="6415430" y="1846943"/>
                    <a:pt x="6473828" y="1834475"/>
                    <a:pt x="6535126" y="1834475"/>
                  </a:cubicBezTo>
                  <a:cubicBezTo>
                    <a:pt x="6713098" y="1834475"/>
                    <a:pt x="6866202" y="1939409"/>
                    <a:pt x="6937040" y="2090529"/>
                  </a:cubicBezTo>
                  <a:cubicBezTo>
                    <a:pt x="7040839" y="1879718"/>
                    <a:pt x="7257697" y="1734736"/>
                    <a:pt x="7508650" y="1734736"/>
                  </a:cubicBezTo>
                  <a:cubicBezTo>
                    <a:pt x="7786712" y="1734736"/>
                    <a:pt x="8023119" y="1912963"/>
                    <a:pt x="8109825" y="2161272"/>
                  </a:cubicBezTo>
                  <a:cubicBezTo>
                    <a:pt x="8188123" y="2034993"/>
                    <a:pt x="8327627" y="1950555"/>
                    <a:pt x="8487152" y="1950555"/>
                  </a:cubicBezTo>
                  <a:lnTo>
                    <a:pt x="8488357" y="1950676"/>
                  </a:lnTo>
                  <a:lnTo>
                    <a:pt x="8657108" y="224296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56000">
                  <a:schemeClr val="accent3"/>
                </a:gs>
              </a:gsLst>
              <a:lin ang="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552" name="Freeform: Shape 3551">
              <a:extLst>
                <a:ext uri="{FF2B5EF4-FFF2-40B4-BE49-F238E27FC236}">
                  <a16:creationId xmlns:a16="http://schemas.microsoft.com/office/drawing/2014/main" id="{575B5D4F-9D57-59A8-F723-0501A6373779}"/>
                </a:ext>
              </a:extLst>
            </p:cNvPr>
            <p:cNvSpPr/>
            <p:nvPr/>
          </p:nvSpPr>
          <p:spPr>
            <a:xfrm rot="14400000" flipV="1">
              <a:off x="-2677848" y="1217465"/>
              <a:ext cx="8657108" cy="5671963"/>
            </a:xfrm>
            <a:custGeom>
              <a:avLst/>
              <a:gdLst>
                <a:gd name="connsiteX0" fmla="*/ 2717906 w 8657108"/>
                <a:gd name="connsiteY0" fmla="*/ 5671963 h 5671963"/>
                <a:gd name="connsiteX1" fmla="*/ 0 w 8657108"/>
                <a:gd name="connsiteY1" fmla="*/ 964411 h 5671963"/>
                <a:gd name="connsiteX2" fmla="*/ 35715 w 8657108"/>
                <a:gd name="connsiteY2" fmla="*/ 934967 h 5671963"/>
                <a:gd name="connsiteX3" fmla="*/ 283970 w 8657108"/>
                <a:gd name="connsiteY3" fmla="*/ 859194 h 5671963"/>
                <a:gd name="connsiteX4" fmla="*/ 565272 w 8657108"/>
                <a:gd name="connsiteY4" fmla="*/ 959641 h 5671963"/>
                <a:gd name="connsiteX5" fmla="*/ 1187762 w 8657108"/>
                <a:gd name="connsiteY5" fmla="*/ 457564 h 5671963"/>
                <a:gd name="connsiteX6" fmla="*/ 1824573 w 8657108"/>
                <a:gd name="connsiteY6" fmla="*/ 1093902 h 5671963"/>
                <a:gd name="connsiteX7" fmla="*/ 1823091 w 8657108"/>
                <a:gd name="connsiteY7" fmla="*/ 1135328 h 5671963"/>
                <a:gd name="connsiteX8" fmla="*/ 1957162 w 8657108"/>
                <a:gd name="connsiteY8" fmla="*/ 1114625 h 5671963"/>
                <a:gd name="connsiteX9" fmla="*/ 2230879 w 8657108"/>
                <a:gd name="connsiteY9" fmla="*/ 1209424 h 5671963"/>
                <a:gd name="connsiteX10" fmla="*/ 2228517 w 8657108"/>
                <a:gd name="connsiteY10" fmla="*/ 1163569 h 5671963"/>
                <a:gd name="connsiteX11" fmla="*/ 2672564 w 8657108"/>
                <a:gd name="connsiteY11" fmla="*/ 719870 h 5671963"/>
                <a:gd name="connsiteX12" fmla="*/ 2913347 w 8657108"/>
                <a:gd name="connsiteY12" fmla="*/ 791095 h 5671963"/>
                <a:gd name="connsiteX13" fmla="*/ 2898073 w 8657108"/>
                <a:gd name="connsiteY13" fmla="*/ 652687 h 5671963"/>
                <a:gd name="connsiteX14" fmla="*/ 3534884 w 8657108"/>
                <a:gd name="connsiteY14" fmla="*/ 16369 h 5671963"/>
                <a:gd name="connsiteX15" fmla="*/ 4096853 w 8657108"/>
                <a:gd name="connsiteY15" fmla="*/ 353358 h 5671963"/>
                <a:gd name="connsiteX16" fmla="*/ 4531625 w 8657108"/>
                <a:gd name="connsiteY16" fmla="*/ 1 h 5671963"/>
                <a:gd name="connsiteX17" fmla="*/ 4973527 w 8657108"/>
                <a:gd name="connsiteY17" fmla="*/ 401649 h 5671963"/>
                <a:gd name="connsiteX18" fmla="*/ 5184793 w 8657108"/>
                <a:gd name="connsiteY18" fmla="*/ 348294 h 5671963"/>
                <a:gd name="connsiteX19" fmla="*/ 5628840 w 8657108"/>
                <a:gd name="connsiteY19" fmla="*/ 791973 h 5671963"/>
                <a:gd name="connsiteX20" fmla="*/ 5610810 w 8657108"/>
                <a:gd name="connsiteY20" fmla="*/ 916392 h 5671963"/>
                <a:gd name="connsiteX21" fmla="*/ 5835478 w 8657108"/>
                <a:gd name="connsiteY21" fmla="*/ 875533 h 5671963"/>
                <a:gd name="connsiteX22" fmla="*/ 6472288 w 8657108"/>
                <a:gd name="connsiteY22" fmla="*/ 1511852 h 5671963"/>
                <a:gd name="connsiteX23" fmla="*/ 6362311 w 8657108"/>
                <a:gd name="connsiteY23" fmla="*/ 1869326 h 5671963"/>
                <a:gd name="connsiteX24" fmla="*/ 6535126 w 8657108"/>
                <a:gd name="connsiteY24" fmla="*/ 1834475 h 5671963"/>
                <a:gd name="connsiteX25" fmla="*/ 6937040 w 8657108"/>
                <a:gd name="connsiteY25" fmla="*/ 2090529 h 5671963"/>
                <a:gd name="connsiteX26" fmla="*/ 7508650 w 8657108"/>
                <a:gd name="connsiteY26" fmla="*/ 1734736 h 5671963"/>
                <a:gd name="connsiteX27" fmla="*/ 8109825 w 8657108"/>
                <a:gd name="connsiteY27" fmla="*/ 2161272 h 5671963"/>
                <a:gd name="connsiteX28" fmla="*/ 8487152 w 8657108"/>
                <a:gd name="connsiteY28" fmla="*/ 1950555 h 5671963"/>
                <a:gd name="connsiteX29" fmla="*/ 8488357 w 8657108"/>
                <a:gd name="connsiteY29" fmla="*/ 1950676 h 5671963"/>
                <a:gd name="connsiteX30" fmla="*/ 8657108 w 8657108"/>
                <a:gd name="connsiteY30" fmla="*/ 2242963 h 567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57108" h="5671963">
                  <a:moveTo>
                    <a:pt x="2717906" y="5671963"/>
                  </a:moveTo>
                  <a:lnTo>
                    <a:pt x="0" y="964411"/>
                  </a:lnTo>
                  <a:lnTo>
                    <a:pt x="35715" y="934967"/>
                  </a:lnTo>
                  <a:cubicBezTo>
                    <a:pt x="106582" y="887127"/>
                    <a:pt x="192013" y="859194"/>
                    <a:pt x="283970" y="859194"/>
                  </a:cubicBezTo>
                  <a:cubicBezTo>
                    <a:pt x="390766" y="859194"/>
                    <a:pt x="488701" y="896889"/>
                    <a:pt x="565272" y="959641"/>
                  </a:cubicBezTo>
                  <a:cubicBezTo>
                    <a:pt x="626965" y="672693"/>
                    <a:pt x="882161" y="457564"/>
                    <a:pt x="1187762" y="457564"/>
                  </a:cubicBezTo>
                  <a:cubicBezTo>
                    <a:pt x="1539467" y="457563"/>
                    <a:pt x="1824573" y="742444"/>
                    <a:pt x="1824573" y="1093902"/>
                  </a:cubicBezTo>
                  <a:cubicBezTo>
                    <a:pt x="1824573" y="1107832"/>
                    <a:pt x="1823969" y="1121605"/>
                    <a:pt x="1823091" y="1135328"/>
                  </a:cubicBezTo>
                  <a:cubicBezTo>
                    <a:pt x="1865394" y="1121935"/>
                    <a:pt x="1910410" y="1114625"/>
                    <a:pt x="1957162" y="1114625"/>
                  </a:cubicBezTo>
                  <a:cubicBezTo>
                    <a:pt x="2060556" y="1114625"/>
                    <a:pt x="2155431" y="1150214"/>
                    <a:pt x="2230879" y="1209424"/>
                  </a:cubicBezTo>
                  <a:cubicBezTo>
                    <a:pt x="2229330" y="1194350"/>
                    <a:pt x="2228517" y="1179068"/>
                    <a:pt x="2228517" y="1163569"/>
                  </a:cubicBezTo>
                  <a:cubicBezTo>
                    <a:pt x="2228517" y="918508"/>
                    <a:pt x="2427325" y="719870"/>
                    <a:pt x="2672564" y="719870"/>
                  </a:cubicBezTo>
                  <a:cubicBezTo>
                    <a:pt x="2761414" y="719870"/>
                    <a:pt x="2843945" y="746212"/>
                    <a:pt x="2913347" y="791095"/>
                  </a:cubicBezTo>
                  <a:cubicBezTo>
                    <a:pt x="2903467" y="746534"/>
                    <a:pt x="2898073" y="700253"/>
                    <a:pt x="2898073" y="652687"/>
                  </a:cubicBezTo>
                  <a:cubicBezTo>
                    <a:pt x="2898073" y="301229"/>
                    <a:pt x="3183161" y="16369"/>
                    <a:pt x="3534884" y="16369"/>
                  </a:cubicBezTo>
                  <a:cubicBezTo>
                    <a:pt x="3778273" y="16369"/>
                    <a:pt x="3989689" y="152849"/>
                    <a:pt x="4096853" y="353358"/>
                  </a:cubicBezTo>
                  <a:cubicBezTo>
                    <a:pt x="4138617" y="151640"/>
                    <a:pt x="4317393" y="0"/>
                    <a:pt x="4531625" y="1"/>
                  </a:cubicBezTo>
                  <a:cubicBezTo>
                    <a:pt x="4762696" y="1"/>
                    <a:pt x="4952305" y="176329"/>
                    <a:pt x="4973527" y="401649"/>
                  </a:cubicBezTo>
                  <a:cubicBezTo>
                    <a:pt x="5036365" y="367639"/>
                    <a:pt x="5108307" y="348294"/>
                    <a:pt x="5184793" y="348294"/>
                  </a:cubicBezTo>
                  <a:cubicBezTo>
                    <a:pt x="5430052" y="348294"/>
                    <a:pt x="5628840" y="546933"/>
                    <a:pt x="5628840" y="791973"/>
                  </a:cubicBezTo>
                  <a:cubicBezTo>
                    <a:pt x="5628840" y="835213"/>
                    <a:pt x="5622352" y="876884"/>
                    <a:pt x="5610810" y="916392"/>
                  </a:cubicBezTo>
                  <a:cubicBezTo>
                    <a:pt x="5680684" y="890050"/>
                    <a:pt x="5756358" y="875533"/>
                    <a:pt x="5835478" y="875533"/>
                  </a:cubicBezTo>
                  <a:cubicBezTo>
                    <a:pt x="6187201" y="875533"/>
                    <a:pt x="6472288" y="1160414"/>
                    <a:pt x="6472288" y="1511852"/>
                  </a:cubicBezTo>
                  <a:cubicBezTo>
                    <a:pt x="6472288" y="1644443"/>
                    <a:pt x="6431693" y="1767510"/>
                    <a:pt x="6362311" y="1869326"/>
                  </a:cubicBezTo>
                  <a:cubicBezTo>
                    <a:pt x="6415430" y="1846943"/>
                    <a:pt x="6473828" y="1834475"/>
                    <a:pt x="6535126" y="1834475"/>
                  </a:cubicBezTo>
                  <a:cubicBezTo>
                    <a:pt x="6713098" y="1834475"/>
                    <a:pt x="6866202" y="1939409"/>
                    <a:pt x="6937040" y="2090529"/>
                  </a:cubicBezTo>
                  <a:cubicBezTo>
                    <a:pt x="7040839" y="1879718"/>
                    <a:pt x="7257697" y="1734736"/>
                    <a:pt x="7508650" y="1734736"/>
                  </a:cubicBezTo>
                  <a:cubicBezTo>
                    <a:pt x="7786712" y="1734736"/>
                    <a:pt x="8023119" y="1912963"/>
                    <a:pt x="8109825" y="2161272"/>
                  </a:cubicBezTo>
                  <a:cubicBezTo>
                    <a:pt x="8188123" y="2034993"/>
                    <a:pt x="8327627" y="1950555"/>
                    <a:pt x="8487152" y="1950555"/>
                  </a:cubicBezTo>
                  <a:lnTo>
                    <a:pt x="8488357" y="1950676"/>
                  </a:lnTo>
                  <a:lnTo>
                    <a:pt x="8657108" y="2242963"/>
                  </a:lnTo>
                  <a:close/>
                </a:path>
              </a:pathLst>
            </a:custGeom>
            <a:gradFill flip="none" rotWithShape="1">
              <a:gsLst>
                <a:gs pos="50000">
                  <a:schemeClr val="accent3"/>
                </a:gs>
                <a:gs pos="0">
                  <a:schemeClr val="accent2">
                    <a:lumMod val="75000"/>
                  </a:schemeClr>
                </a:gs>
                <a:gs pos="88000">
                  <a:schemeClr val="accent1"/>
                </a:gs>
              </a:gsLst>
              <a:lin ang="810000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896" name="Freeform: Shape 3895">
              <a:extLst>
                <a:ext uri="{FF2B5EF4-FFF2-40B4-BE49-F238E27FC236}">
                  <a16:creationId xmlns:a16="http://schemas.microsoft.com/office/drawing/2014/main" id="{F975FBC9-4884-E741-79E1-FB82CFFFE507}"/>
                </a:ext>
              </a:extLst>
            </p:cNvPr>
            <p:cNvSpPr/>
            <p:nvPr userDrawn="1"/>
          </p:nvSpPr>
          <p:spPr bwMode="auto">
            <a:xfrm>
              <a:off x="8782758" y="0"/>
              <a:ext cx="2582118" cy="1270538"/>
            </a:xfrm>
            <a:custGeom>
              <a:avLst/>
              <a:gdLst>
                <a:gd name="connsiteX0" fmla="*/ 0 w 2582118"/>
                <a:gd name="connsiteY0" fmla="*/ 0 h 1270538"/>
                <a:gd name="connsiteX1" fmla="*/ 461091 w 2582118"/>
                <a:gd name="connsiteY1" fmla="*/ 0 h 1270538"/>
                <a:gd name="connsiteX2" fmla="*/ 464291 w 2582118"/>
                <a:gd name="connsiteY2" fmla="*/ 63359 h 1270538"/>
                <a:gd name="connsiteX3" fmla="*/ 1291059 w 2582118"/>
                <a:gd name="connsiteY3" fmla="*/ 809447 h 1270538"/>
                <a:gd name="connsiteX4" fmla="*/ 2117827 w 2582118"/>
                <a:gd name="connsiteY4" fmla="*/ 63359 h 1270538"/>
                <a:gd name="connsiteX5" fmla="*/ 2121027 w 2582118"/>
                <a:gd name="connsiteY5" fmla="*/ 0 h 1270538"/>
                <a:gd name="connsiteX6" fmla="*/ 2582118 w 2582118"/>
                <a:gd name="connsiteY6" fmla="*/ 0 h 1270538"/>
                <a:gd name="connsiteX7" fmla="*/ 2576538 w 2582118"/>
                <a:gd name="connsiteY7" fmla="*/ 110503 h 1270538"/>
                <a:gd name="connsiteX8" fmla="*/ 1291059 w 2582118"/>
                <a:gd name="connsiteY8" fmla="*/ 1270538 h 1270538"/>
                <a:gd name="connsiteX9" fmla="*/ 5580 w 2582118"/>
                <a:gd name="connsiteY9" fmla="*/ 110503 h 127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2118" h="1270538">
                  <a:moveTo>
                    <a:pt x="0" y="0"/>
                  </a:moveTo>
                  <a:lnTo>
                    <a:pt x="461091" y="0"/>
                  </a:lnTo>
                  <a:lnTo>
                    <a:pt x="464291" y="63359"/>
                  </a:lnTo>
                  <a:cubicBezTo>
                    <a:pt x="506849" y="482425"/>
                    <a:pt x="860764" y="809447"/>
                    <a:pt x="1291059" y="809447"/>
                  </a:cubicBezTo>
                  <a:cubicBezTo>
                    <a:pt x="1721354" y="809447"/>
                    <a:pt x="2075269" y="482425"/>
                    <a:pt x="2117827" y="63359"/>
                  </a:cubicBezTo>
                  <a:lnTo>
                    <a:pt x="2121027" y="0"/>
                  </a:lnTo>
                  <a:lnTo>
                    <a:pt x="2582118" y="0"/>
                  </a:lnTo>
                  <a:lnTo>
                    <a:pt x="2576538" y="110503"/>
                  </a:lnTo>
                  <a:cubicBezTo>
                    <a:pt x="2510367" y="762078"/>
                    <a:pt x="1960092" y="1270538"/>
                    <a:pt x="1291059" y="1270538"/>
                  </a:cubicBezTo>
                  <a:cubicBezTo>
                    <a:pt x="622026" y="1270538"/>
                    <a:pt x="71751" y="762078"/>
                    <a:pt x="5580" y="11050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753" name="Right Triangle 3752">
              <a:extLst>
                <a:ext uri="{FF2B5EF4-FFF2-40B4-BE49-F238E27FC236}">
                  <a16:creationId xmlns:a16="http://schemas.microsoft.com/office/drawing/2014/main" id="{95EF64BB-9431-9CB6-9000-A4B9E2930BF2}"/>
                </a:ext>
              </a:extLst>
            </p:cNvPr>
            <p:cNvSpPr/>
            <p:nvPr/>
          </p:nvSpPr>
          <p:spPr bwMode="auto">
            <a:xfrm flipH="1">
              <a:off x="10305143" y="4971144"/>
              <a:ext cx="1886856" cy="188685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13500000" algn="br" rotWithShape="0">
                <a:prstClr val="black">
                  <a:alpha val="14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754" name="Right Triangle 3753">
              <a:extLst>
                <a:ext uri="{FF2B5EF4-FFF2-40B4-BE49-F238E27FC236}">
                  <a16:creationId xmlns:a16="http://schemas.microsoft.com/office/drawing/2014/main" id="{A9CF47E1-1504-F778-188C-5C25FD88F3EC}"/>
                </a:ext>
              </a:extLst>
            </p:cNvPr>
            <p:cNvSpPr/>
            <p:nvPr/>
          </p:nvSpPr>
          <p:spPr bwMode="auto">
            <a:xfrm flipH="1">
              <a:off x="11184952" y="5850953"/>
              <a:ext cx="1007046" cy="100704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13500000" algn="br" rotWithShape="0">
                <a:prstClr val="black">
                  <a:alpha val="14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11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1CE75F-0B35-0255-F7B6-C6B428CB74AF}"/>
              </a:ext>
            </a:extLst>
          </p:cNvPr>
          <p:cNvGrpSpPr/>
          <p:nvPr userDrawn="1"/>
        </p:nvGrpSpPr>
        <p:grpSpPr>
          <a:xfrm>
            <a:off x="-791169" y="-632111"/>
            <a:ext cx="12072703" cy="2919936"/>
            <a:chOff x="-791169" y="-632111"/>
            <a:chExt cx="12072703" cy="29199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22E14FC-11BA-EE66-B1B5-4981F75FB77A}"/>
                </a:ext>
              </a:extLst>
            </p:cNvPr>
            <p:cNvSpPr/>
            <p:nvPr userDrawn="1"/>
          </p:nvSpPr>
          <p:spPr>
            <a:xfrm rot="9000000" flipH="1">
              <a:off x="-791169" y="-632111"/>
              <a:ext cx="4538945" cy="2919936"/>
            </a:xfrm>
            <a:custGeom>
              <a:avLst/>
              <a:gdLst>
                <a:gd name="connsiteX0" fmla="*/ 2717906 w 8657108"/>
                <a:gd name="connsiteY0" fmla="*/ 5671963 h 5671963"/>
                <a:gd name="connsiteX1" fmla="*/ 0 w 8657108"/>
                <a:gd name="connsiteY1" fmla="*/ 964411 h 5671963"/>
                <a:gd name="connsiteX2" fmla="*/ 35715 w 8657108"/>
                <a:gd name="connsiteY2" fmla="*/ 934967 h 5671963"/>
                <a:gd name="connsiteX3" fmla="*/ 283970 w 8657108"/>
                <a:gd name="connsiteY3" fmla="*/ 859194 h 5671963"/>
                <a:gd name="connsiteX4" fmla="*/ 565272 w 8657108"/>
                <a:gd name="connsiteY4" fmla="*/ 959641 h 5671963"/>
                <a:gd name="connsiteX5" fmla="*/ 1187762 w 8657108"/>
                <a:gd name="connsiteY5" fmla="*/ 457564 h 5671963"/>
                <a:gd name="connsiteX6" fmla="*/ 1824573 w 8657108"/>
                <a:gd name="connsiteY6" fmla="*/ 1093902 h 5671963"/>
                <a:gd name="connsiteX7" fmla="*/ 1823091 w 8657108"/>
                <a:gd name="connsiteY7" fmla="*/ 1135328 h 5671963"/>
                <a:gd name="connsiteX8" fmla="*/ 1957162 w 8657108"/>
                <a:gd name="connsiteY8" fmla="*/ 1114625 h 5671963"/>
                <a:gd name="connsiteX9" fmla="*/ 2230879 w 8657108"/>
                <a:gd name="connsiteY9" fmla="*/ 1209424 h 5671963"/>
                <a:gd name="connsiteX10" fmla="*/ 2228517 w 8657108"/>
                <a:gd name="connsiteY10" fmla="*/ 1163569 h 5671963"/>
                <a:gd name="connsiteX11" fmla="*/ 2672564 w 8657108"/>
                <a:gd name="connsiteY11" fmla="*/ 719870 h 5671963"/>
                <a:gd name="connsiteX12" fmla="*/ 2913347 w 8657108"/>
                <a:gd name="connsiteY12" fmla="*/ 791095 h 5671963"/>
                <a:gd name="connsiteX13" fmla="*/ 2898073 w 8657108"/>
                <a:gd name="connsiteY13" fmla="*/ 652687 h 5671963"/>
                <a:gd name="connsiteX14" fmla="*/ 3534884 w 8657108"/>
                <a:gd name="connsiteY14" fmla="*/ 16369 h 5671963"/>
                <a:gd name="connsiteX15" fmla="*/ 4096853 w 8657108"/>
                <a:gd name="connsiteY15" fmla="*/ 353358 h 5671963"/>
                <a:gd name="connsiteX16" fmla="*/ 4531625 w 8657108"/>
                <a:gd name="connsiteY16" fmla="*/ 1 h 5671963"/>
                <a:gd name="connsiteX17" fmla="*/ 4973527 w 8657108"/>
                <a:gd name="connsiteY17" fmla="*/ 401649 h 5671963"/>
                <a:gd name="connsiteX18" fmla="*/ 5184793 w 8657108"/>
                <a:gd name="connsiteY18" fmla="*/ 348294 h 5671963"/>
                <a:gd name="connsiteX19" fmla="*/ 5628840 w 8657108"/>
                <a:gd name="connsiteY19" fmla="*/ 791973 h 5671963"/>
                <a:gd name="connsiteX20" fmla="*/ 5610810 w 8657108"/>
                <a:gd name="connsiteY20" fmla="*/ 916392 h 5671963"/>
                <a:gd name="connsiteX21" fmla="*/ 5835478 w 8657108"/>
                <a:gd name="connsiteY21" fmla="*/ 875533 h 5671963"/>
                <a:gd name="connsiteX22" fmla="*/ 6472288 w 8657108"/>
                <a:gd name="connsiteY22" fmla="*/ 1511852 h 5671963"/>
                <a:gd name="connsiteX23" fmla="*/ 6362311 w 8657108"/>
                <a:gd name="connsiteY23" fmla="*/ 1869326 h 5671963"/>
                <a:gd name="connsiteX24" fmla="*/ 6535126 w 8657108"/>
                <a:gd name="connsiteY24" fmla="*/ 1834475 h 5671963"/>
                <a:gd name="connsiteX25" fmla="*/ 6937040 w 8657108"/>
                <a:gd name="connsiteY25" fmla="*/ 2090529 h 5671963"/>
                <a:gd name="connsiteX26" fmla="*/ 7508650 w 8657108"/>
                <a:gd name="connsiteY26" fmla="*/ 1734736 h 5671963"/>
                <a:gd name="connsiteX27" fmla="*/ 8109825 w 8657108"/>
                <a:gd name="connsiteY27" fmla="*/ 2161272 h 5671963"/>
                <a:gd name="connsiteX28" fmla="*/ 8487152 w 8657108"/>
                <a:gd name="connsiteY28" fmla="*/ 1950555 h 5671963"/>
                <a:gd name="connsiteX29" fmla="*/ 8488357 w 8657108"/>
                <a:gd name="connsiteY29" fmla="*/ 1950676 h 5671963"/>
                <a:gd name="connsiteX30" fmla="*/ 8657108 w 8657108"/>
                <a:gd name="connsiteY30" fmla="*/ 2242963 h 5671963"/>
                <a:gd name="connsiteX0" fmla="*/ 2717906 w 8698980"/>
                <a:gd name="connsiteY0" fmla="*/ 5671963 h 5671963"/>
                <a:gd name="connsiteX1" fmla="*/ 0 w 8698980"/>
                <a:gd name="connsiteY1" fmla="*/ 964411 h 5671963"/>
                <a:gd name="connsiteX2" fmla="*/ 35715 w 8698980"/>
                <a:gd name="connsiteY2" fmla="*/ 934967 h 5671963"/>
                <a:gd name="connsiteX3" fmla="*/ 283970 w 8698980"/>
                <a:gd name="connsiteY3" fmla="*/ 859194 h 5671963"/>
                <a:gd name="connsiteX4" fmla="*/ 565272 w 8698980"/>
                <a:gd name="connsiteY4" fmla="*/ 959641 h 5671963"/>
                <a:gd name="connsiteX5" fmla="*/ 1187762 w 8698980"/>
                <a:gd name="connsiteY5" fmla="*/ 457564 h 5671963"/>
                <a:gd name="connsiteX6" fmla="*/ 1824573 w 8698980"/>
                <a:gd name="connsiteY6" fmla="*/ 1093902 h 5671963"/>
                <a:gd name="connsiteX7" fmla="*/ 1823091 w 8698980"/>
                <a:gd name="connsiteY7" fmla="*/ 1135328 h 5671963"/>
                <a:gd name="connsiteX8" fmla="*/ 1957162 w 8698980"/>
                <a:gd name="connsiteY8" fmla="*/ 1114625 h 5671963"/>
                <a:gd name="connsiteX9" fmla="*/ 2230879 w 8698980"/>
                <a:gd name="connsiteY9" fmla="*/ 1209424 h 5671963"/>
                <a:gd name="connsiteX10" fmla="*/ 2228517 w 8698980"/>
                <a:gd name="connsiteY10" fmla="*/ 1163569 h 5671963"/>
                <a:gd name="connsiteX11" fmla="*/ 2672564 w 8698980"/>
                <a:gd name="connsiteY11" fmla="*/ 719870 h 5671963"/>
                <a:gd name="connsiteX12" fmla="*/ 2913347 w 8698980"/>
                <a:gd name="connsiteY12" fmla="*/ 791095 h 5671963"/>
                <a:gd name="connsiteX13" fmla="*/ 2898073 w 8698980"/>
                <a:gd name="connsiteY13" fmla="*/ 652687 h 5671963"/>
                <a:gd name="connsiteX14" fmla="*/ 3534884 w 8698980"/>
                <a:gd name="connsiteY14" fmla="*/ 16369 h 5671963"/>
                <a:gd name="connsiteX15" fmla="*/ 4096853 w 8698980"/>
                <a:gd name="connsiteY15" fmla="*/ 353358 h 5671963"/>
                <a:gd name="connsiteX16" fmla="*/ 4531625 w 8698980"/>
                <a:gd name="connsiteY16" fmla="*/ 1 h 5671963"/>
                <a:gd name="connsiteX17" fmla="*/ 4973527 w 8698980"/>
                <a:gd name="connsiteY17" fmla="*/ 401649 h 5671963"/>
                <a:gd name="connsiteX18" fmla="*/ 5184793 w 8698980"/>
                <a:gd name="connsiteY18" fmla="*/ 348294 h 5671963"/>
                <a:gd name="connsiteX19" fmla="*/ 5628840 w 8698980"/>
                <a:gd name="connsiteY19" fmla="*/ 791973 h 5671963"/>
                <a:gd name="connsiteX20" fmla="*/ 5610810 w 8698980"/>
                <a:gd name="connsiteY20" fmla="*/ 916392 h 5671963"/>
                <a:gd name="connsiteX21" fmla="*/ 5835478 w 8698980"/>
                <a:gd name="connsiteY21" fmla="*/ 875533 h 5671963"/>
                <a:gd name="connsiteX22" fmla="*/ 6472288 w 8698980"/>
                <a:gd name="connsiteY22" fmla="*/ 1511852 h 5671963"/>
                <a:gd name="connsiteX23" fmla="*/ 6362311 w 8698980"/>
                <a:gd name="connsiteY23" fmla="*/ 1869326 h 5671963"/>
                <a:gd name="connsiteX24" fmla="*/ 6535126 w 8698980"/>
                <a:gd name="connsiteY24" fmla="*/ 1834475 h 5671963"/>
                <a:gd name="connsiteX25" fmla="*/ 6937040 w 8698980"/>
                <a:gd name="connsiteY25" fmla="*/ 2090529 h 5671963"/>
                <a:gd name="connsiteX26" fmla="*/ 7508650 w 8698980"/>
                <a:gd name="connsiteY26" fmla="*/ 1734736 h 5671963"/>
                <a:gd name="connsiteX27" fmla="*/ 8109825 w 8698980"/>
                <a:gd name="connsiteY27" fmla="*/ 2161272 h 5671963"/>
                <a:gd name="connsiteX28" fmla="*/ 8487152 w 8698980"/>
                <a:gd name="connsiteY28" fmla="*/ 1950555 h 5671963"/>
                <a:gd name="connsiteX29" fmla="*/ 8488357 w 8698980"/>
                <a:gd name="connsiteY29" fmla="*/ 1950676 h 5671963"/>
                <a:gd name="connsiteX30" fmla="*/ 8657108 w 8698980"/>
                <a:gd name="connsiteY30" fmla="*/ 2242963 h 5671963"/>
                <a:gd name="connsiteX31" fmla="*/ 2717906 w 8698980"/>
                <a:gd name="connsiteY31" fmla="*/ 5671963 h 5671963"/>
                <a:gd name="connsiteX0" fmla="*/ 2717906 w 8818600"/>
                <a:gd name="connsiteY0" fmla="*/ 5671963 h 5671963"/>
                <a:gd name="connsiteX1" fmla="*/ 0 w 8818600"/>
                <a:gd name="connsiteY1" fmla="*/ 964411 h 5671963"/>
                <a:gd name="connsiteX2" fmla="*/ 35715 w 8818600"/>
                <a:gd name="connsiteY2" fmla="*/ 934967 h 5671963"/>
                <a:gd name="connsiteX3" fmla="*/ 283970 w 8818600"/>
                <a:gd name="connsiteY3" fmla="*/ 859194 h 5671963"/>
                <a:gd name="connsiteX4" fmla="*/ 565272 w 8818600"/>
                <a:gd name="connsiteY4" fmla="*/ 959641 h 5671963"/>
                <a:gd name="connsiteX5" fmla="*/ 1187762 w 8818600"/>
                <a:gd name="connsiteY5" fmla="*/ 457564 h 5671963"/>
                <a:gd name="connsiteX6" fmla="*/ 1824573 w 8818600"/>
                <a:gd name="connsiteY6" fmla="*/ 1093902 h 5671963"/>
                <a:gd name="connsiteX7" fmla="*/ 1823091 w 8818600"/>
                <a:gd name="connsiteY7" fmla="*/ 1135328 h 5671963"/>
                <a:gd name="connsiteX8" fmla="*/ 1957162 w 8818600"/>
                <a:gd name="connsiteY8" fmla="*/ 1114625 h 5671963"/>
                <a:gd name="connsiteX9" fmla="*/ 2230879 w 8818600"/>
                <a:gd name="connsiteY9" fmla="*/ 1209424 h 5671963"/>
                <a:gd name="connsiteX10" fmla="*/ 2228517 w 8818600"/>
                <a:gd name="connsiteY10" fmla="*/ 1163569 h 5671963"/>
                <a:gd name="connsiteX11" fmla="*/ 2672564 w 8818600"/>
                <a:gd name="connsiteY11" fmla="*/ 719870 h 5671963"/>
                <a:gd name="connsiteX12" fmla="*/ 2913347 w 8818600"/>
                <a:gd name="connsiteY12" fmla="*/ 791095 h 5671963"/>
                <a:gd name="connsiteX13" fmla="*/ 2898073 w 8818600"/>
                <a:gd name="connsiteY13" fmla="*/ 652687 h 5671963"/>
                <a:gd name="connsiteX14" fmla="*/ 3534884 w 8818600"/>
                <a:gd name="connsiteY14" fmla="*/ 16369 h 5671963"/>
                <a:gd name="connsiteX15" fmla="*/ 4096853 w 8818600"/>
                <a:gd name="connsiteY15" fmla="*/ 353358 h 5671963"/>
                <a:gd name="connsiteX16" fmla="*/ 4531625 w 8818600"/>
                <a:gd name="connsiteY16" fmla="*/ 1 h 5671963"/>
                <a:gd name="connsiteX17" fmla="*/ 4973527 w 8818600"/>
                <a:gd name="connsiteY17" fmla="*/ 401649 h 5671963"/>
                <a:gd name="connsiteX18" fmla="*/ 5184793 w 8818600"/>
                <a:gd name="connsiteY18" fmla="*/ 348294 h 5671963"/>
                <a:gd name="connsiteX19" fmla="*/ 5628840 w 8818600"/>
                <a:gd name="connsiteY19" fmla="*/ 791973 h 5671963"/>
                <a:gd name="connsiteX20" fmla="*/ 5610810 w 8818600"/>
                <a:gd name="connsiteY20" fmla="*/ 916392 h 5671963"/>
                <a:gd name="connsiteX21" fmla="*/ 5835478 w 8818600"/>
                <a:gd name="connsiteY21" fmla="*/ 875533 h 5671963"/>
                <a:gd name="connsiteX22" fmla="*/ 6472288 w 8818600"/>
                <a:gd name="connsiteY22" fmla="*/ 1511852 h 5671963"/>
                <a:gd name="connsiteX23" fmla="*/ 6362311 w 8818600"/>
                <a:gd name="connsiteY23" fmla="*/ 1869326 h 5671963"/>
                <a:gd name="connsiteX24" fmla="*/ 6535126 w 8818600"/>
                <a:gd name="connsiteY24" fmla="*/ 1834475 h 5671963"/>
                <a:gd name="connsiteX25" fmla="*/ 6937040 w 8818600"/>
                <a:gd name="connsiteY25" fmla="*/ 2090529 h 5671963"/>
                <a:gd name="connsiteX26" fmla="*/ 7508650 w 8818600"/>
                <a:gd name="connsiteY26" fmla="*/ 1734736 h 5671963"/>
                <a:gd name="connsiteX27" fmla="*/ 8109825 w 8818600"/>
                <a:gd name="connsiteY27" fmla="*/ 2161272 h 5671963"/>
                <a:gd name="connsiteX28" fmla="*/ 8487152 w 8818600"/>
                <a:gd name="connsiteY28" fmla="*/ 1950555 h 5671963"/>
                <a:gd name="connsiteX29" fmla="*/ 8488357 w 8818600"/>
                <a:gd name="connsiteY29" fmla="*/ 1950676 h 5671963"/>
                <a:gd name="connsiteX30" fmla="*/ 8818600 w 8818600"/>
                <a:gd name="connsiteY30" fmla="*/ 2164494 h 5671963"/>
                <a:gd name="connsiteX31" fmla="*/ 2717906 w 8818600"/>
                <a:gd name="connsiteY31" fmla="*/ 5671963 h 5671963"/>
                <a:gd name="connsiteX0" fmla="*/ 2717906 w 8810490"/>
                <a:gd name="connsiteY0" fmla="*/ 5671963 h 5671963"/>
                <a:gd name="connsiteX1" fmla="*/ 0 w 8810490"/>
                <a:gd name="connsiteY1" fmla="*/ 964411 h 5671963"/>
                <a:gd name="connsiteX2" fmla="*/ 35715 w 8810490"/>
                <a:gd name="connsiteY2" fmla="*/ 934967 h 5671963"/>
                <a:gd name="connsiteX3" fmla="*/ 283970 w 8810490"/>
                <a:gd name="connsiteY3" fmla="*/ 859194 h 5671963"/>
                <a:gd name="connsiteX4" fmla="*/ 565272 w 8810490"/>
                <a:gd name="connsiteY4" fmla="*/ 959641 h 5671963"/>
                <a:gd name="connsiteX5" fmla="*/ 1187762 w 8810490"/>
                <a:gd name="connsiteY5" fmla="*/ 457564 h 5671963"/>
                <a:gd name="connsiteX6" fmla="*/ 1824573 w 8810490"/>
                <a:gd name="connsiteY6" fmla="*/ 1093902 h 5671963"/>
                <a:gd name="connsiteX7" fmla="*/ 1823091 w 8810490"/>
                <a:gd name="connsiteY7" fmla="*/ 1135328 h 5671963"/>
                <a:gd name="connsiteX8" fmla="*/ 1957162 w 8810490"/>
                <a:gd name="connsiteY8" fmla="*/ 1114625 h 5671963"/>
                <a:gd name="connsiteX9" fmla="*/ 2230879 w 8810490"/>
                <a:gd name="connsiteY9" fmla="*/ 1209424 h 5671963"/>
                <a:gd name="connsiteX10" fmla="*/ 2228517 w 8810490"/>
                <a:gd name="connsiteY10" fmla="*/ 1163569 h 5671963"/>
                <a:gd name="connsiteX11" fmla="*/ 2672564 w 8810490"/>
                <a:gd name="connsiteY11" fmla="*/ 719870 h 5671963"/>
                <a:gd name="connsiteX12" fmla="*/ 2913347 w 8810490"/>
                <a:gd name="connsiteY12" fmla="*/ 791095 h 5671963"/>
                <a:gd name="connsiteX13" fmla="*/ 2898073 w 8810490"/>
                <a:gd name="connsiteY13" fmla="*/ 652687 h 5671963"/>
                <a:gd name="connsiteX14" fmla="*/ 3534884 w 8810490"/>
                <a:gd name="connsiteY14" fmla="*/ 16369 h 5671963"/>
                <a:gd name="connsiteX15" fmla="*/ 4096853 w 8810490"/>
                <a:gd name="connsiteY15" fmla="*/ 353358 h 5671963"/>
                <a:gd name="connsiteX16" fmla="*/ 4531625 w 8810490"/>
                <a:gd name="connsiteY16" fmla="*/ 1 h 5671963"/>
                <a:gd name="connsiteX17" fmla="*/ 4973527 w 8810490"/>
                <a:gd name="connsiteY17" fmla="*/ 401649 h 5671963"/>
                <a:gd name="connsiteX18" fmla="*/ 5184793 w 8810490"/>
                <a:gd name="connsiteY18" fmla="*/ 348294 h 5671963"/>
                <a:gd name="connsiteX19" fmla="*/ 5628840 w 8810490"/>
                <a:gd name="connsiteY19" fmla="*/ 791973 h 5671963"/>
                <a:gd name="connsiteX20" fmla="*/ 5610810 w 8810490"/>
                <a:gd name="connsiteY20" fmla="*/ 916392 h 5671963"/>
                <a:gd name="connsiteX21" fmla="*/ 5835478 w 8810490"/>
                <a:gd name="connsiteY21" fmla="*/ 875533 h 5671963"/>
                <a:gd name="connsiteX22" fmla="*/ 6472288 w 8810490"/>
                <a:gd name="connsiteY22" fmla="*/ 1511852 h 5671963"/>
                <a:gd name="connsiteX23" fmla="*/ 6362311 w 8810490"/>
                <a:gd name="connsiteY23" fmla="*/ 1869326 h 5671963"/>
                <a:gd name="connsiteX24" fmla="*/ 6535126 w 8810490"/>
                <a:gd name="connsiteY24" fmla="*/ 1834475 h 5671963"/>
                <a:gd name="connsiteX25" fmla="*/ 6937040 w 8810490"/>
                <a:gd name="connsiteY25" fmla="*/ 2090529 h 5671963"/>
                <a:gd name="connsiteX26" fmla="*/ 7508650 w 8810490"/>
                <a:gd name="connsiteY26" fmla="*/ 1734736 h 5671963"/>
                <a:gd name="connsiteX27" fmla="*/ 8109825 w 8810490"/>
                <a:gd name="connsiteY27" fmla="*/ 2161272 h 5671963"/>
                <a:gd name="connsiteX28" fmla="*/ 8487152 w 8810490"/>
                <a:gd name="connsiteY28" fmla="*/ 1950555 h 5671963"/>
                <a:gd name="connsiteX29" fmla="*/ 8488357 w 8810490"/>
                <a:gd name="connsiteY29" fmla="*/ 1950676 h 5671963"/>
                <a:gd name="connsiteX30" fmla="*/ 8810490 w 8810490"/>
                <a:gd name="connsiteY30" fmla="*/ 2124864 h 5671963"/>
                <a:gd name="connsiteX31" fmla="*/ 2717906 w 8810490"/>
                <a:gd name="connsiteY31" fmla="*/ 5671963 h 5671963"/>
                <a:gd name="connsiteX0" fmla="*/ 2717906 w 8816886"/>
                <a:gd name="connsiteY0" fmla="*/ 5671963 h 5671963"/>
                <a:gd name="connsiteX1" fmla="*/ 0 w 8816886"/>
                <a:gd name="connsiteY1" fmla="*/ 964411 h 5671963"/>
                <a:gd name="connsiteX2" fmla="*/ 35715 w 8816886"/>
                <a:gd name="connsiteY2" fmla="*/ 934967 h 5671963"/>
                <a:gd name="connsiteX3" fmla="*/ 283970 w 8816886"/>
                <a:gd name="connsiteY3" fmla="*/ 859194 h 5671963"/>
                <a:gd name="connsiteX4" fmla="*/ 565272 w 8816886"/>
                <a:gd name="connsiteY4" fmla="*/ 959641 h 5671963"/>
                <a:gd name="connsiteX5" fmla="*/ 1187762 w 8816886"/>
                <a:gd name="connsiteY5" fmla="*/ 457564 h 5671963"/>
                <a:gd name="connsiteX6" fmla="*/ 1824573 w 8816886"/>
                <a:gd name="connsiteY6" fmla="*/ 1093902 h 5671963"/>
                <a:gd name="connsiteX7" fmla="*/ 1823091 w 8816886"/>
                <a:gd name="connsiteY7" fmla="*/ 1135328 h 5671963"/>
                <a:gd name="connsiteX8" fmla="*/ 1957162 w 8816886"/>
                <a:gd name="connsiteY8" fmla="*/ 1114625 h 5671963"/>
                <a:gd name="connsiteX9" fmla="*/ 2230879 w 8816886"/>
                <a:gd name="connsiteY9" fmla="*/ 1209424 h 5671963"/>
                <a:gd name="connsiteX10" fmla="*/ 2228517 w 8816886"/>
                <a:gd name="connsiteY10" fmla="*/ 1163569 h 5671963"/>
                <a:gd name="connsiteX11" fmla="*/ 2672564 w 8816886"/>
                <a:gd name="connsiteY11" fmla="*/ 719870 h 5671963"/>
                <a:gd name="connsiteX12" fmla="*/ 2913347 w 8816886"/>
                <a:gd name="connsiteY12" fmla="*/ 791095 h 5671963"/>
                <a:gd name="connsiteX13" fmla="*/ 2898073 w 8816886"/>
                <a:gd name="connsiteY13" fmla="*/ 652687 h 5671963"/>
                <a:gd name="connsiteX14" fmla="*/ 3534884 w 8816886"/>
                <a:gd name="connsiteY14" fmla="*/ 16369 h 5671963"/>
                <a:gd name="connsiteX15" fmla="*/ 4096853 w 8816886"/>
                <a:gd name="connsiteY15" fmla="*/ 353358 h 5671963"/>
                <a:gd name="connsiteX16" fmla="*/ 4531625 w 8816886"/>
                <a:gd name="connsiteY16" fmla="*/ 1 h 5671963"/>
                <a:gd name="connsiteX17" fmla="*/ 4973527 w 8816886"/>
                <a:gd name="connsiteY17" fmla="*/ 401649 h 5671963"/>
                <a:gd name="connsiteX18" fmla="*/ 5184793 w 8816886"/>
                <a:gd name="connsiteY18" fmla="*/ 348294 h 5671963"/>
                <a:gd name="connsiteX19" fmla="*/ 5628840 w 8816886"/>
                <a:gd name="connsiteY19" fmla="*/ 791973 h 5671963"/>
                <a:gd name="connsiteX20" fmla="*/ 5610810 w 8816886"/>
                <a:gd name="connsiteY20" fmla="*/ 916392 h 5671963"/>
                <a:gd name="connsiteX21" fmla="*/ 5835478 w 8816886"/>
                <a:gd name="connsiteY21" fmla="*/ 875533 h 5671963"/>
                <a:gd name="connsiteX22" fmla="*/ 6472288 w 8816886"/>
                <a:gd name="connsiteY22" fmla="*/ 1511852 h 5671963"/>
                <a:gd name="connsiteX23" fmla="*/ 6362311 w 8816886"/>
                <a:gd name="connsiteY23" fmla="*/ 1869326 h 5671963"/>
                <a:gd name="connsiteX24" fmla="*/ 6535126 w 8816886"/>
                <a:gd name="connsiteY24" fmla="*/ 1834475 h 5671963"/>
                <a:gd name="connsiteX25" fmla="*/ 6937040 w 8816886"/>
                <a:gd name="connsiteY25" fmla="*/ 2090529 h 5671963"/>
                <a:gd name="connsiteX26" fmla="*/ 7508650 w 8816886"/>
                <a:gd name="connsiteY26" fmla="*/ 1734736 h 5671963"/>
                <a:gd name="connsiteX27" fmla="*/ 8109825 w 8816886"/>
                <a:gd name="connsiteY27" fmla="*/ 2161272 h 5671963"/>
                <a:gd name="connsiteX28" fmla="*/ 8487152 w 8816886"/>
                <a:gd name="connsiteY28" fmla="*/ 1950555 h 5671963"/>
                <a:gd name="connsiteX29" fmla="*/ 8488357 w 8816886"/>
                <a:gd name="connsiteY29" fmla="*/ 1950676 h 5671963"/>
                <a:gd name="connsiteX30" fmla="*/ 8816886 w 8816886"/>
                <a:gd name="connsiteY30" fmla="*/ 2135942 h 5671963"/>
                <a:gd name="connsiteX31" fmla="*/ 2717906 w 8816886"/>
                <a:gd name="connsiteY31" fmla="*/ 5671963 h 5671963"/>
                <a:gd name="connsiteX0" fmla="*/ 2717906 w 8816886"/>
                <a:gd name="connsiteY0" fmla="*/ 5671963 h 5671963"/>
                <a:gd name="connsiteX1" fmla="*/ 0 w 8816886"/>
                <a:gd name="connsiteY1" fmla="*/ 964411 h 5671963"/>
                <a:gd name="connsiteX2" fmla="*/ 35715 w 8816886"/>
                <a:gd name="connsiteY2" fmla="*/ 934967 h 5671963"/>
                <a:gd name="connsiteX3" fmla="*/ 283970 w 8816886"/>
                <a:gd name="connsiteY3" fmla="*/ 859194 h 5671963"/>
                <a:gd name="connsiteX4" fmla="*/ 565272 w 8816886"/>
                <a:gd name="connsiteY4" fmla="*/ 959641 h 5671963"/>
                <a:gd name="connsiteX5" fmla="*/ 1187762 w 8816886"/>
                <a:gd name="connsiteY5" fmla="*/ 457564 h 5671963"/>
                <a:gd name="connsiteX6" fmla="*/ 1824573 w 8816886"/>
                <a:gd name="connsiteY6" fmla="*/ 1093902 h 5671963"/>
                <a:gd name="connsiteX7" fmla="*/ 1823091 w 8816886"/>
                <a:gd name="connsiteY7" fmla="*/ 1135328 h 5671963"/>
                <a:gd name="connsiteX8" fmla="*/ 1957162 w 8816886"/>
                <a:gd name="connsiteY8" fmla="*/ 1114625 h 5671963"/>
                <a:gd name="connsiteX9" fmla="*/ 2230879 w 8816886"/>
                <a:gd name="connsiteY9" fmla="*/ 1209424 h 5671963"/>
                <a:gd name="connsiteX10" fmla="*/ 2228517 w 8816886"/>
                <a:gd name="connsiteY10" fmla="*/ 1163569 h 5671963"/>
                <a:gd name="connsiteX11" fmla="*/ 2672564 w 8816886"/>
                <a:gd name="connsiteY11" fmla="*/ 719870 h 5671963"/>
                <a:gd name="connsiteX12" fmla="*/ 2913347 w 8816886"/>
                <a:gd name="connsiteY12" fmla="*/ 791095 h 5671963"/>
                <a:gd name="connsiteX13" fmla="*/ 2898073 w 8816886"/>
                <a:gd name="connsiteY13" fmla="*/ 652687 h 5671963"/>
                <a:gd name="connsiteX14" fmla="*/ 3534884 w 8816886"/>
                <a:gd name="connsiteY14" fmla="*/ 16369 h 5671963"/>
                <a:gd name="connsiteX15" fmla="*/ 4096853 w 8816886"/>
                <a:gd name="connsiteY15" fmla="*/ 353358 h 5671963"/>
                <a:gd name="connsiteX16" fmla="*/ 4531625 w 8816886"/>
                <a:gd name="connsiteY16" fmla="*/ 1 h 5671963"/>
                <a:gd name="connsiteX17" fmla="*/ 4973527 w 8816886"/>
                <a:gd name="connsiteY17" fmla="*/ 401649 h 5671963"/>
                <a:gd name="connsiteX18" fmla="*/ 5184793 w 8816886"/>
                <a:gd name="connsiteY18" fmla="*/ 348294 h 5671963"/>
                <a:gd name="connsiteX19" fmla="*/ 5628840 w 8816886"/>
                <a:gd name="connsiteY19" fmla="*/ 791973 h 5671963"/>
                <a:gd name="connsiteX20" fmla="*/ 5610810 w 8816886"/>
                <a:gd name="connsiteY20" fmla="*/ 916392 h 5671963"/>
                <a:gd name="connsiteX21" fmla="*/ 5835478 w 8816886"/>
                <a:gd name="connsiteY21" fmla="*/ 875533 h 5671963"/>
                <a:gd name="connsiteX22" fmla="*/ 6472288 w 8816886"/>
                <a:gd name="connsiteY22" fmla="*/ 1511852 h 5671963"/>
                <a:gd name="connsiteX23" fmla="*/ 6362311 w 8816886"/>
                <a:gd name="connsiteY23" fmla="*/ 1869326 h 5671963"/>
                <a:gd name="connsiteX24" fmla="*/ 6535126 w 8816886"/>
                <a:gd name="connsiteY24" fmla="*/ 1834475 h 5671963"/>
                <a:gd name="connsiteX25" fmla="*/ 6937040 w 8816886"/>
                <a:gd name="connsiteY25" fmla="*/ 2090529 h 5671963"/>
                <a:gd name="connsiteX26" fmla="*/ 7508650 w 8816886"/>
                <a:gd name="connsiteY26" fmla="*/ 1734736 h 5671963"/>
                <a:gd name="connsiteX27" fmla="*/ 8109825 w 8816886"/>
                <a:gd name="connsiteY27" fmla="*/ 2161272 h 5671963"/>
                <a:gd name="connsiteX28" fmla="*/ 8487152 w 8816886"/>
                <a:gd name="connsiteY28" fmla="*/ 1950555 h 5671963"/>
                <a:gd name="connsiteX29" fmla="*/ 8816886 w 8816886"/>
                <a:gd name="connsiteY29" fmla="*/ 2135942 h 5671963"/>
                <a:gd name="connsiteX30" fmla="*/ 2717906 w 8816886"/>
                <a:gd name="connsiteY30" fmla="*/ 5671963 h 5671963"/>
                <a:gd name="connsiteX0" fmla="*/ 2717906 w 8816886"/>
                <a:gd name="connsiteY0" fmla="*/ 5671963 h 5671963"/>
                <a:gd name="connsiteX1" fmla="*/ 0 w 8816886"/>
                <a:gd name="connsiteY1" fmla="*/ 964411 h 5671963"/>
                <a:gd name="connsiteX2" fmla="*/ 35715 w 8816886"/>
                <a:gd name="connsiteY2" fmla="*/ 934967 h 5671963"/>
                <a:gd name="connsiteX3" fmla="*/ 283970 w 8816886"/>
                <a:gd name="connsiteY3" fmla="*/ 859194 h 5671963"/>
                <a:gd name="connsiteX4" fmla="*/ 565272 w 8816886"/>
                <a:gd name="connsiteY4" fmla="*/ 959641 h 5671963"/>
                <a:gd name="connsiteX5" fmla="*/ 1187762 w 8816886"/>
                <a:gd name="connsiteY5" fmla="*/ 457564 h 5671963"/>
                <a:gd name="connsiteX6" fmla="*/ 1824573 w 8816886"/>
                <a:gd name="connsiteY6" fmla="*/ 1093902 h 5671963"/>
                <a:gd name="connsiteX7" fmla="*/ 1823091 w 8816886"/>
                <a:gd name="connsiteY7" fmla="*/ 1135328 h 5671963"/>
                <a:gd name="connsiteX8" fmla="*/ 1957162 w 8816886"/>
                <a:gd name="connsiteY8" fmla="*/ 1114625 h 5671963"/>
                <a:gd name="connsiteX9" fmla="*/ 2230879 w 8816886"/>
                <a:gd name="connsiteY9" fmla="*/ 1209424 h 5671963"/>
                <a:gd name="connsiteX10" fmla="*/ 2228517 w 8816886"/>
                <a:gd name="connsiteY10" fmla="*/ 1163569 h 5671963"/>
                <a:gd name="connsiteX11" fmla="*/ 2672564 w 8816886"/>
                <a:gd name="connsiteY11" fmla="*/ 719870 h 5671963"/>
                <a:gd name="connsiteX12" fmla="*/ 2913347 w 8816886"/>
                <a:gd name="connsiteY12" fmla="*/ 791095 h 5671963"/>
                <a:gd name="connsiteX13" fmla="*/ 2898073 w 8816886"/>
                <a:gd name="connsiteY13" fmla="*/ 652687 h 5671963"/>
                <a:gd name="connsiteX14" fmla="*/ 3534884 w 8816886"/>
                <a:gd name="connsiteY14" fmla="*/ 16369 h 5671963"/>
                <a:gd name="connsiteX15" fmla="*/ 4096853 w 8816886"/>
                <a:gd name="connsiteY15" fmla="*/ 353358 h 5671963"/>
                <a:gd name="connsiteX16" fmla="*/ 4531625 w 8816886"/>
                <a:gd name="connsiteY16" fmla="*/ 1 h 5671963"/>
                <a:gd name="connsiteX17" fmla="*/ 4973527 w 8816886"/>
                <a:gd name="connsiteY17" fmla="*/ 401649 h 5671963"/>
                <a:gd name="connsiteX18" fmla="*/ 5184793 w 8816886"/>
                <a:gd name="connsiteY18" fmla="*/ 348294 h 5671963"/>
                <a:gd name="connsiteX19" fmla="*/ 5628840 w 8816886"/>
                <a:gd name="connsiteY19" fmla="*/ 791973 h 5671963"/>
                <a:gd name="connsiteX20" fmla="*/ 5610810 w 8816886"/>
                <a:gd name="connsiteY20" fmla="*/ 916392 h 5671963"/>
                <a:gd name="connsiteX21" fmla="*/ 5835478 w 8816886"/>
                <a:gd name="connsiteY21" fmla="*/ 875533 h 5671963"/>
                <a:gd name="connsiteX22" fmla="*/ 6472288 w 8816886"/>
                <a:gd name="connsiteY22" fmla="*/ 1511852 h 5671963"/>
                <a:gd name="connsiteX23" fmla="*/ 6362311 w 8816886"/>
                <a:gd name="connsiteY23" fmla="*/ 1869326 h 5671963"/>
                <a:gd name="connsiteX24" fmla="*/ 6535126 w 8816886"/>
                <a:gd name="connsiteY24" fmla="*/ 1834475 h 5671963"/>
                <a:gd name="connsiteX25" fmla="*/ 6937040 w 8816886"/>
                <a:gd name="connsiteY25" fmla="*/ 2090529 h 5671963"/>
                <a:gd name="connsiteX26" fmla="*/ 7508650 w 8816886"/>
                <a:gd name="connsiteY26" fmla="*/ 1734736 h 5671963"/>
                <a:gd name="connsiteX27" fmla="*/ 8109825 w 8816886"/>
                <a:gd name="connsiteY27" fmla="*/ 2161272 h 5671963"/>
                <a:gd name="connsiteX28" fmla="*/ 8487152 w 8816886"/>
                <a:gd name="connsiteY28" fmla="*/ 1950555 h 5671963"/>
                <a:gd name="connsiteX29" fmla="*/ 8816886 w 8816886"/>
                <a:gd name="connsiteY29" fmla="*/ 2135942 h 5671963"/>
                <a:gd name="connsiteX30" fmla="*/ 2717906 w 8816886"/>
                <a:gd name="connsiteY30" fmla="*/ 5671963 h 567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16886" h="5671963">
                  <a:moveTo>
                    <a:pt x="2717906" y="5671963"/>
                  </a:moveTo>
                  <a:lnTo>
                    <a:pt x="0" y="964411"/>
                  </a:lnTo>
                  <a:lnTo>
                    <a:pt x="35715" y="934967"/>
                  </a:lnTo>
                  <a:cubicBezTo>
                    <a:pt x="106582" y="887127"/>
                    <a:pt x="192013" y="859194"/>
                    <a:pt x="283970" y="859194"/>
                  </a:cubicBezTo>
                  <a:cubicBezTo>
                    <a:pt x="390766" y="859194"/>
                    <a:pt x="488701" y="896889"/>
                    <a:pt x="565272" y="959641"/>
                  </a:cubicBezTo>
                  <a:cubicBezTo>
                    <a:pt x="626965" y="672693"/>
                    <a:pt x="882161" y="457564"/>
                    <a:pt x="1187762" y="457564"/>
                  </a:cubicBezTo>
                  <a:cubicBezTo>
                    <a:pt x="1539467" y="457563"/>
                    <a:pt x="1824573" y="742444"/>
                    <a:pt x="1824573" y="1093902"/>
                  </a:cubicBezTo>
                  <a:cubicBezTo>
                    <a:pt x="1824573" y="1107832"/>
                    <a:pt x="1823969" y="1121605"/>
                    <a:pt x="1823091" y="1135328"/>
                  </a:cubicBezTo>
                  <a:cubicBezTo>
                    <a:pt x="1865394" y="1121935"/>
                    <a:pt x="1910410" y="1114625"/>
                    <a:pt x="1957162" y="1114625"/>
                  </a:cubicBezTo>
                  <a:cubicBezTo>
                    <a:pt x="2060556" y="1114625"/>
                    <a:pt x="2155431" y="1150214"/>
                    <a:pt x="2230879" y="1209424"/>
                  </a:cubicBezTo>
                  <a:cubicBezTo>
                    <a:pt x="2229330" y="1194350"/>
                    <a:pt x="2228517" y="1179068"/>
                    <a:pt x="2228517" y="1163569"/>
                  </a:cubicBezTo>
                  <a:cubicBezTo>
                    <a:pt x="2228517" y="918508"/>
                    <a:pt x="2427325" y="719870"/>
                    <a:pt x="2672564" y="719870"/>
                  </a:cubicBezTo>
                  <a:cubicBezTo>
                    <a:pt x="2761414" y="719870"/>
                    <a:pt x="2843945" y="746212"/>
                    <a:pt x="2913347" y="791095"/>
                  </a:cubicBezTo>
                  <a:cubicBezTo>
                    <a:pt x="2903467" y="746534"/>
                    <a:pt x="2898073" y="700253"/>
                    <a:pt x="2898073" y="652687"/>
                  </a:cubicBezTo>
                  <a:cubicBezTo>
                    <a:pt x="2898073" y="301229"/>
                    <a:pt x="3183161" y="16369"/>
                    <a:pt x="3534884" y="16369"/>
                  </a:cubicBezTo>
                  <a:cubicBezTo>
                    <a:pt x="3778273" y="16369"/>
                    <a:pt x="3989689" y="152849"/>
                    <a:pt x="4096853" y="353358"/>
                  </a:cubicBezTo>
                  <a:cubicBezTo>
                    <a:pt x="4138617" y="151640"/>
                    <a:pt x="4317393" y="0"/>
                    <a:pt x="4531625" y="1"/>
                  </a:cubicBezTo>
                  <a:cubicBezTo>
                    <a:pt x="4762696" y="1"/>
                    <a:pt x="4952305" y="176329"/>
                    <a:pt x="4973527" y="401649"/>
                  </a:cubicBezTo>
                  <a:cubicBezTo>
                    <a:pt x="5036365" y="367639"/>
                    <a:pt x="5108307" y="348294"/>
                    <a:pt x="5184793" y="348294"/>
                  </a:cubicBezTo>
                  <a:cubicBezTo>
                    <a:pt x="5430052" y="348294"/>
                    <a:pt x="5628840" y="546933"/>
                    <a:pt x="5628840" y="791973"/>
                  </a:cubicBezTo>
                  <a:cubicBezTo>
                    <a:pt x="5628840" y="835213"/>
                    <a:pt x="5622352" y="876884"/>
                    <a:pt x="5610810" y="916392"/>
                  </a:cubicBezTo>
                  <a:cubicBezTo>
                    <a:pt x="5680684" y="890050"/>
                    <a:pt x="5756358" y="875533"/>
                    <a:pt x="5835478" y="875533"/>
                  </a:cubicBezTo>
                  <a:cubicBezTo>
                    <a:pt x="6187201" y="875533"/>
                    <a:pt x="6472288" y="1160414"/>
                    <a:pt x="6472288" y="1511852"/>
                  </a:cubicBezTo>
                  <a:cubicBezTo>
                    <a:pt x="6472288" y="1644443"/>
                    <a:pt x="6431693" y="1767510"/>
                    <a:pt x="6362311" y="1869326"/>
                  </a:cubicBezTo>
                  <a:cubicBezTo>
                    <a:pt x="6415430" y="1846943"/>
                    <a:pt x="6473828" y="1834475"/>
                    <a:pt x="6535126" y="1834475"/>
                  </a:cubicBezTo>
                  <a:cubicBezTo>
                    <a:pt x="6713098" y="1834475"/>
                    <a:pt x="6866202" y="1939409"/>
                    <a:pt x="6937040" y="2090529"/>
                  </a:cubicBezTo>
                  <a:cubicBezTo>
                    <a:pt x="7040839" y="1879718"/>
                    <a:pt x="7257697" y="1734736"/>
                    <a:pt x="7508650" y="1734736"/>
                  </a:cubicBezTo>
                  <a:cubicBezTo>
                    <a:pt x="7786712" y="1734736"/>
                    <a:pt x="8023119" y="1912963"/>
                    <a:pt x="8109825" y="2161272"/>
                  </a:cubicBezTo>
                  <a:cubicBezTo>
                    <a:pt x="8188123" y="2034993"/>
                    <a:pt x="8327627" y="1950555"/>
                    <a:pt x="8487152" y="1950555"/>
                  </a:cubicBezTo>
                  <a:cubicBezTo>
                    <a:pt x="8726575" y="1878493"/>
                    <a:pt x="8706975" y="2074146"/>
                    <a:pt x="8816886" y="2135942"/>
                  </a:cubicBezTo>
                  <a:lnTo>
                    <a:pt x="2717906" y="567196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77000">
                  <a:schemeClr val="accent3"/>
                </a:gs>
              </a:gsLst>
              <a:lin ang="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77135ED-BE6F-1622-BD5F-A19183C8E492}"/>
                </a:ext>
              </a:extLst>
            </p:cNvPr>
            <p:cNvSpPr/>
            <p:nvPr userDrawn="1"/>
          </p:nvSpPr>
          <p:spPr>
            <a:xfrm rot="9000000" flipH="1">
              <a:off x="-758267" y="-612558"/>
              <a:ext cx="4376689" cy="2815556"/>
            </a:xfrm>
            <a:custGeom>
              <a:avLst/>
              <a:gdLst>
                <a:gd name="connsiteX0" fmla="*/ 2717906 w 8657108"/>
                <a:gd name="connsiteY0" fmla="*/ 5671963 h 5671963"/>
                <a:gd name="connsiteX1" fmla="*/ 0 w 8657108"/>
                <a:gd name="connsiteY1" fmla="*/ 964411 h 5671963"/>
                <a:gd name="connsiteX2" fmla="*/ 35715 w 8657108"/>
                <a:gd name="connsiteY2" fmla="*/ 934967 h 5671963"/>
                <a:gd name="connsiteX3" fmla="*/ 283970 w 8657108"/>
                <a:gd name="connsiteY3" fmla="*/ 859194 h 5671963"/>
                <a:gd name="connsiteX4" fmla="*/ 565272 w 8657108"/>
                <a:gd name="connsiteY4" fmla="*/ 959641 h 5671963"/>
                <a:gd name="connsiteX5" fmla="*/ 1187762 w 8657108"/>
                <a:gd name="connsiteY5" fmla="*/ 457564 h 5671963"/>
                <a:gd name="connsiteX6" fmla="*/ 1824573 w 8657108"/>
                <a:gd name="connsiteY6" fmla="*/ 1093902 h 5671963"/>
                <a:gd name="connsiteX7" fmla="*/ 1823091 w 8657108"/>
                <a:gd name="connsiteY7" fmla="*/ 1135328 h 5671963"/>
                <a:gd name="connsiteX8" fmla="*/ 1957162 w 8657108"/>
                <a:gd name="connsiteY8" fmla="*/ 1114625 h 5671963"/>
                <a:gd name="connsiteX9" fmla="*/ 2230879 w 8657108"/>
                <a:gd name="connsiteY9" fmla="*/ 1209424 h 5671963"/>
                <a:gd name="connsiteX10" fmla="*/ 2228517 w 8657108"/>
                <a:gd name="connsiteY10" fmla="*/ 1163569 h 5671963"/>
                <a:gd name="connsiteX11" fmla="*/ 2672564 w 8657108"/>
                <a:gd name="connsiteY11" fmla="*/ 719870 h 5671963"/>
                <a:gd name="connsiteX12" fmla="*/ 2913347 w 8657108"/>
                <a:gd name="connsiteY12" fmla="*/ 791095 h 5671963"/>
                <a:gd name="connsiteX13" fmla="*/ 2898073 w 8657108"/>
                <a:gd name="connsiteY13" fmla="*/ 652687 h 5671963"/>
                <a:gd name="connsiteX14" fmla="*/ 3534884 w 8657108"/>
                <a:gd name="connsiteY14" fmla="*/ 16369 h 5671963"/>
                <a:gd name="connsiteX15" fmla="*/ 4096853 w 8657108"/>
                <a:gd name="connsiteY15" fmla="*/ 353358 h 5671963"/>
                <a:gd name="connsiteX16" fmla="*/ 4531625 w 8657108"/>
                <a:gd name="connsiteY16" fmla="*/ 1 h 5671963"/>
                <a:gd name="connsiteX17" fmla="*/ 4973527 w 8657108"/>
                <a:gd name="connsiteY17" fmla="*/ 401649 h 5671963"/>
                <a:gd name="connsiteX18" fmla="*/ 5184793 w 8657108"/>
                <a:gd name="connsiteY18" fmla="*/ 348294 h 5671963"/>
                <a:gd name="connsiteX19" fmla="*/ 5628840 w 8657108"/>
                <a:gd name="connsiteY19" fmla="*/ 791973 h 5671963"/>
                <a:gd name="connsiteX20" fmla="*/ 5610810 w 8657108"/>
                <a:gd name="connsiteY20" fmla="*/ 916392 h 5671963"/>
                <a:gd name="connsiteX21" fmla="*/ 5835478 w 8657108"/>
                <a:gd name="connsiteY21" fmla="*/ 875533 h 5671963"/>
                <a:gd name="connsiteX22" fmla="*/ 6472288 w 8657108"/>
                <a:gd name="connsiteY22" fmla="*/ 1511852 h 5671963"/>
                <a:gd name="connsiteX23" fmla="*/ 6362311 w 8657108"/>
                <a:gd name="connsiteY23" fmla="*/ 1869326 h 5671963"/>
                <a:gd name="connsiteX24" fmla="*/ 6535126 w 8657108"/>
                <a:gd name="connsiteY24" fmla="*/ 1834475 h 5671963"/>
                <a:gd name="connsiteX25" fmla="*/ 6937040 w 8657108"/>
                <a:gd name="connsiteY25" fmla="*/ 2090529 h 5671963"/>
                <a:gd name="connsiteX26" fmla="*/ 7508650 w 8657108"/>
                <a:gd name="connsiteY26" fmla="*/ 1734736 h 5671963"/>
                <a:gd name="connsiteX27" fmla="*/ 8109825 w 8657108"/>
                <a:gd name="connsiteY27" fmla="*/ 2161272 h 5671963"/>
                <a:gd name="connsiteX28" fmla="*/ 8487152 w 8657108"/>
                <a:gd name="connsiteY28" fmla="*/ 1950555 h 5671963"/>
                <a:gd name="connsiteX29" fmla="*/ 8488357 w 8657108"/>
                <a:gd name="connsiteY29" fmla="*/ 1950676 h 5671963"/>
                <a:gd name="connsiteX30" fmla="*/ 8657108 w 8657108"/>
                <a:gd name="connsiteY30" fmla="*/ 2242963 h 5671963"/>
                <a:gd name="connsiteX0" fmla="*/ 2717906 w 8698980"/>
                <a:gd name="connsiteY0" fmla="*/ 5671963 h 5671963"/>
                <a:gd name="connsiteX1" fmla="*/ 0 w 8698980"/>
                <a:gd name="connsiteY1" fmla="*/ 964411 h 5671963"/>
                <a:gd name="connsiteX2" fmla="*/ 35715 w 8698980"/>
                <a:gd name="connsiteY2" fmla="*/ 934967 h 5671963"/>
                <a:gd name="connsiteX3" fmla="*/ 283970 w 8698980"/>
                <a:gd name="connsiteY3" fmla="*/ 859194 h 5671963"/>
                <a:gd name="connsiteX4" fmla="*/ 565272 w 8698980"/>
                <a:gd name="connsiteY4" fmla="*/ 959641 h 5671963"/>
                <a:gd name="connsiteX5" fmla="*/ 1187762 w 8698980"/>
                <a:gd name="connsiteY5" fmla="*/ 457564 h 5671963"/>
                <a:gd name="connsiteX6" fmla="*/ 1824573 w 8698980"/>
                <a:gd name="connsiteY6" fmla="*/ 1093902 h 5671963"/>
                <a:gd name="connsiteX7" fmla="*/ 1823091 w 8698980"/>
                <a:gd name="connsiteY7" fmla="*/ 1135328 h 5671963"/>
                <a:gd name="connsiteX8" fmla="*/ 1957162 w 8698980"/>
                <a:gd name="connsiteY8" fmla="*/ 1114625 h 5671963"/>
                <a:gd name="connsiteX9" fmla="*/ 2230879 w 8698980"/>
                <a:gd name="connsiteY9" fmla="*/ 1209424 h 5671963"/>
                <a:gd name="connsiteX10" fmla="*/ 2228517 w 8698980"/>
                <a:gd name="connsiteY10" fmla="*/ 1163569 h 5671963"/>
                <a:gd name="connsiteX11" fmla="*/ 2672564 w 8698980"/>
                <a:gd name="connsiteY11" fmla="*/ 719870 h 5671963"/>
                <a:gd name="connsiteX12" fmla="*/ 2913347 w 8698980"/>
                <a:gd name="connsiteY12" fmla="*/ 791095 h 5671963"/>
                <a:gd name="connsiteX13" fmla="*/ 2898073 w 8698980"/>
                <a:gd name="connsiteY13" fmla="*/ 652687 h 5671963"/>
                <a:gd name="connsiteX14" fmla="*/ 3534884 w 8698980"/>
                <a:gd name="connsiteY14" fmla="*/ 16369 h 5671963"/>
                <a:gd name="connsiteX15" fmla="*/ 4096853 w 8698980"/>
                <a:gd name="connsiteY15" fmla="*/ 353358 h 5671963"/>
                <a:gd name="connsiteX16" fmla="*/ 4531625 w 8698980"/>
                <a:gd name="connsiteY16" fmla="*/ 1 h 5671963"/>
                <a:gd name="connsiteX17" fmla="*/ 4973527 w 8698980"/>
                <a:gd name="connsiteY17" fmla="*/ 401649 h 5671963"/>
                <a:gd name="connsiteX18" fmla="*/ 5184793 w 8698980"/>
                <a:gd name="connsiteY18" fmla="*/ 348294 h 5671963"/>
                <a:gd name="connsiteX19" fmla="*/ 5628840 w 8698980"/>
                <a:gd name="connsiteY19" fmla="*/ 791973 h 5671963"/>
                <a:gd name="connsiteX20" fmla="*/ 5610810 w 8698980"/>
                <a:gd name="connsiteY20" fmla="*/ 916392 h 5671963"/>
                <a:gd name="connsiteX21" fmla="*/ 5835478 w 8698980"/>
                <a:gd name="connsiteY21" fmla="*/ 875533 h 5671963"/>
                <a:gd name="connsiteX22" fmla="*/ 6472288 w 8698980"/>
                <a:gd name="connsiteY22" fmla="*/ 1511852 h 5671963"/>
                <a:gd name="connsiteX23" fmla="*/ 6362311 w 8698980"/>
                <a:gd name="connsiteY23" fmla="*/ 1869326 h 5671963"/>
                <a:gd name="connsiteX24" fmla="*/ 6535126 w 8698980"/>
                <a:gd name="connsiteY24" fmla="*/ 1834475 h 5671963"/>
                <a:gd name="connsiteX25" fmla="*/ 6937040 w 8698980"/>
                <a:gd name="connsiteY25" fmla="*/ 2090529 h 5671963"/>
                <a:gd name="connsiteX26" fmla="*/ 7508650 w 8698980"/>
                <a:gd name="connsiteY26" fmla="*/ 1734736 h 5671963"/>
                <a:gd name="connsiteX27" fmla="*/ 8109825 w 8698980"/>
                <a:gd name="connsiteY27" fmla="*/ 2161272 h 5671963"/>
                <a:gd name="connsiteX28" fmla="*/ 8487152 w 8698980"/>
                <a:gd name="connsiteY28" fmla="*/ 1950555 h 5671963"/>
                <a:gd name="connsiteX29" fmla="*/ 8488357 w 8698980"/>
                <a:gd name="connsiteY29" fmla="*/ 1950676 h 5671963"/>
                <a:gd name="connsiteX30" fmla="*/ 8657108 w 8698980"/>
                <a:gd name="connsiteY30" fmla="*/ 2242963 h 5671963"/>
                <a:gd name="connsiteX31" fmla="*/ 2717906 w 8698980"/>
                <a:gd name="connsiteY31" fmla="*/ 5671963 h 5671963"/>
                <a:gd name="connsiteX0" fmla="*/ 2717906 w 8818600"/>
                <a:gd name="connsiteY0" fmla="*/ 5671963 h 5671963"/>
                <a:gd name="connsiteX1" fmla="*/ 0 w 8818600"/>
                <a:gd name="connsiteY1" fmla="*/ 964411 h 5671963"/>
                <a:gd name="connsiteX2" fmla="*/ 35715 w 8818600"/>
                <a:gd name="connsiteY2" fmla="*/ 934967 h 5671963"/>
                <a:gd name="connsiteX3" fmla="*/ 283970 w 8818600"/>
                <a:gd name="connsiteY3" fmla="*/ 859194 h 5671963"/>
                <a:gd name="connsiteX4" fmla="*/ 565272 w 8818600"/>
                <a:gd name="connsiteY4" fmla="*/ 959641 h 5671963"/>
                <a:gd name="connsiteX5" fmla="*/ 1187762 w 8818600"/>
                <a:gd name="connsiteY5" fmla="*/ 457564 h 5671963"/>
                <a:gd name="connsiteX6" fmla="*/ 1824573 w 8818600"/>
                <a:gd name="connsiteY6" fmla="*/ 1093902 h 5671963"/>
                <a:gd name="connsiteX7" fmla="*/ 1823091 w 8818600"/>
                <a:gd name="connsiteY7" fmla="*/ 1135328 h 5671963"/>
                <a:gd name="connsiteX8" fmla="*/ 1957162 w 8818600"/>
                <a:gd name="connsiteY8" fmla="*/ 1114625 h 5671963"/>
                <a:gd name="connsiteX9" fmla="*/ 2230879 w 8818600"/>
                <a:gd name="connsiteY9" fmla="*/ 1209424 h 5671963"/>
                <a:gd name="connsiteX10" fmla="*/ 2228517 w 8818600"/>
                <a:gd name="connsiteY10" fmla="*/ 1163569 h 5671963"/>
                <a:gd name="connsiteX11" fmla="*/ 2672564 w 8818600"/>
                <a:gd name="connsiteY11" fmla="*/ 719870 h 5671963"/>
                <a:gd name="connsiteX12" fmla="*/ 2913347 w 8818600"/>
                <a:gd name="connsiteY12" fmla="*/ 791095 h 5671963"/>
                <a:gd name="connsiteX13" fmla="*/ 2898073 w 8818600"/>
                <a:gd name="connsiteY13" fmla="*/ 652687 h 5671963"/>
                <a:gd name="connsiteX14" fmla="*/ 3534884 w 8818600"/>
                <a:gd name="connsiteY14" fmla="*/ 16369 h 5671963"/>
                <a:gd name="connsiteX15" fmla="*/ 4096853 w 8818600"/>
                <a:gd name="connsiteY15" fmla="*/ 353358 h 5671963"/>
                <a:gd name="connsiteX16" fmla="*/ 4531625 w 8818600"/>
                <a:gd name="connsiteY16" fmla="*/ 1 h 5671963"/>
                <a:gd name="connsiteX17" fmla="*/ 4973527 w 8818600"/>
                <a:gd name="connsiteY17" fmla="*/ 401649 h 5671963"/>
                <a:gd name="connsiteX18" fmla="*/ 5184793 w 8818600"/>
                <a:gd name="connsiteY18" fmla="*/ 348294 h 5671963"/>
                <a:gd name="connsiteX19" fmla="*/ 5628840 w 8818600"/>
                <a:gd name="connsiteY19" fmla="*/ 791973 h 5671963"/>
                <a:gd name="connsiteX20" fmla="*/ 5610810 w 8818600"/>
                <a:gd name="connsiteY20" fmla="*/ 916392 h 5671963"/>
                <a:gd name="connsiteX21" fmla="*/ 5835478 w 8818600"/>
                <a:gd name="connsiteY21" fmla="*/ 875533 h 5671963"/>
                <a:gd name="connsiteX22" fmla="*/ 6472288 w 8818600"/>
                <a:gd name="connsiteY22" fmla="*/ 1511852 h 5671963"/>
                <a:gd name="connsiteX23" fmla="*/ 6362311 w 8818600"/>
                <a:gd name="connsiteY23" fmla="*/ 1869326 h 5671963"/>
                <a:gd name="connsiteX24" fmla="*/ 6535126 w 8818600"/>
                <a:gd name="connsiteY24" fmla="*/ 1834475 h 5671963"/>
                <a:gd name="connsiteX25" fmla="*/ 6937040 w 8818600"/>
                <a:gd name="connsiteY25" fmla="*/ 2090529 h 5671963"/>
                <a:gd name="connsiteX26" fmla="*/ 7508650 w 8818600"/>
                <a:gd name="connsiteY26" fmla="*/ 1734736 h 5671963"/>
                <a:gd name="connsiteX27" fmla="*/ 8109825 w 8818600"/>
                <a:gd name="connsiteY27" fmla="*/ 2161272 h 5671963"/>
                <a:gd name="connsiteX28" fmla="*/ 8487152 w 8818600"/>
                <a:gd name="connsiteY28" fmla="*/ 1950555 h 5671963"/>
                <a:gd name="connsiteX29" fmla="*/ 8488357 w 8818600"/>
                <a:gd name="connsiteY29" fmla="*/ 1950676 h 5671963"/>
                <a:gd name="connsiteX30" fmla="*/ 8818600 w 8818600"/>
                <a:gd name="connsiteY30" fmla="*/ 2164494 h 5671963"/>
                <a:gd name="connsiteX31" fmla="*/ 2717906 w 8818600"/>
                <a:gd name="connsiteY31" fmla="*/ 5671963 h 5671963"/>
                <a:gd name="connsiteX0" fmla="*/ 2717906 w 8810490"/>
                <a:gd name="connsiteY0" fmla="*/ 5671963 h 5671963"/>
                <a:gd name="connsiteX1" fmla="*/ 0 w 8810490"/>
                <a:gd name="connsiteY1" fmla="*/ 964411 h 5671963"/>
                <a:gd name="connsiteX2" fmla="*/ 35715 w 8810490"/>
                <a:gd name="connsiteY2" fmla="*/ 934967 h 5671963"/>
                <a:gd name="connsiteX3" fmla="*/ 283970 w 8810490"/>
                <a:gd name="connsiteY3" fmla="*/ 859194 h 5671963"/>
                <a:gd name="connsiteX4" fmla="*/ 565272 w 8810490"/>
                <a:gd name="connsiteY4" fmla="*/ 959641 h 5671963"/>
                <a:gd name="connsiteX5" fmla="*/ 1187762 w 8810490"/>
                <a:gd name="connsiteY5" fmla="*/ 457564 h 5671963"/>
                <a:gd name="connsiteX6" fmla="*/ 1824573 w 8810490"/>
                <a:gd name="connsiteY6" fmla="*/ 1093902 h 5671963"/>
                <a:gd name="connsiteX7" fmla="*/ 1823091 w 8810490"/>
                <a:gd name="connsiteY7" fmla="*/ 1135328 h 5671963"/>
                <a:gd name="connsiteX8" fmla="*/ 1957162 w 8810490"/>
                <a:gd name="connsiteY8" fmla="*/ 1114625 h 5671963"/>
                <a:gd name="connsiteX9" fmla="*/ 2230879 w 8810490"/>
                <a:gd name="connsiteY9" fmla="*/ 1209424 h 5671963"/>
                <a:gd name="connsiteX10" fmla="*/ 2228517 w 8810490"/>
                <a:gd name="connsiteY10" fmla="*/ 1163569 h 5671963"/>
                <a:gd name="connsiteX11" fmla="*/ 2672564 w 8810490"/>
                <a:gd name="connsiteY11" fmla="*/ 719870 h 5671963"/>
                <a:gd name="connsiteX12" fmla="*/ 2913347 w 8810490"/>
                <a:gd name="connsiteY12" fmla="*/ 791095 h 5671963"/>
                <a:gd name="connsiteX13" fmla="*/ 2898073 w 8810490"/>
                <a:gd name="connsiteY13" fmla="*/ 652687 h 5671963"/>
                <a:gd name="connsiteX14" fmla="*/ 3534884 w 8810490"/>
                <a:gd name="connsiteY14" fmla="*/ 16369 h 5671963"/>
                <a:gd name="connsiteX15" fmla="*/ 4096853 w 8810490"/>
                <a:gd name="connsiteY15" fmla="*/ 353358 h 5671963"/>
                <a:gd name="connsiteX16" fmla="*/ 4531625 w 8810490"/>
                <a:gd name="connsiteY16" fmla="*/ 1 h 5671963"/>
                <a:gd name="connsiteX17" fmla="*/ 4973527 w 8810490"/>
                <a:gd name="connsiteY17" fmla="*/ 401649 h 5671963"/>
                <a:gd name="connsiteX18" fmla="*/ 5184793 w 8810490"/>
                <a:gd name="connsiteY18" fmla="*/ 348294 h 5671963"/>
                <a:gd name="connsiteX19" fmla="*/ 5628840 w 8810490"/>
                <a:gd name="connsiteY19" fmla="*/ 791973 h 5671963"/>
                <a:gd name="connsiteX20" fmla="*/ 5610810 w 8810490"/>
                <a:gd name="connsiteY20" fmla="*/ 916392 h 5671963"/>
                <a:gd name="connsiteX21" fmla="*/ 5835478 w 8810490"/>
                <a:gd name="connsiteY21" fmla="*/ 875533 h 5671963"/>
                <a:gd name="connsiteX22" fmla="*/ 6472288 w 8810490"/>
                <a:gd name="connsiteY22" fmla="*/ 1511852 h 5671963"/>
                <a:gd name="connsiteX23" fmla="*/ 6362311 w 8810490"/>
                <a:gd name="connsiteY23" fmla="*/ 1869326 h 5671963"/>
                <a:gd name="connsiteX24" fmla="*/ 6535126 w 8810490"/>
                <a:gd name="connsiteY24" fmla="*/ 1834475 h 5671963"/>
                <a:gd name="connsiteX25" fmla="*/ 6937040 w 8810490"/>
                <a:gd name="connsiteY25" fmla="*/ 2090529 h 5671963"/>
                <a:gd name="connsiteX26" fmla="*/ 7508650 w 8810490"/>
                <a:gd name="connsiteY26" fmla="*/ 1734736 h 5671963"/>
                <a:gd name="connsiteX27" fmla="*/ 8109825 w 8810490"/>
                <a:gd name="connsiteY27" fmla="*/ 2161272 h 5671963"/>
                <a:gd name="connsiteX28" fmla="*/ 8487152 w 8810490"/>
                <a:gd name="connsiteY28" fmla="*/ 1950555 h 5671963"/>
                <a:gd name="connsiteX29" fmla="*/ 8488357 w 8810490"/>
                <a:gd name="connsiteY29" fmla="*/ 1950676 h 5671963"/>
                <a:gd name="connsiteX30" fmla="*/ 8810490 w 8810490"/>
                <a:gd name="connsiteY30" fmla="*/ 2124864 h 5671963"/>
                <a:gd name="connsiteX31" fmla="*/ 2717906 w 8810490"/>
                <a:gd name="connsiteY31" fmla="*/ 5671963 h 5671963"/>
                <a:gd name="connsiteX0" fmla="*/ 2717906 w 8816886"/>
                <a:gd name="connsiteY0" fmla="*/ 5671963 h 5671963"/>
                <a:gd name="connsiteX1" fmla="*/ 0 w 8816886"/>
                <a:gd name="connsiteY1" fmla="*/ 964411 h 5671963"/>
                <a:gd name="connsiteX2" fmla="*/ 35715 w 8816886"/>
                <a:gd name="connsiteY2" fmla="*/ 934967 h 5671963"/>
                <a:gd name="connsiteX3" fmla="*/ 283970 w 8816886"/>
                <a:gd name="connsiteY3" fmla="*/ 859194 h 5671963"/>
                <a:gd name="connsiteX4" fmla="*/ 565272 w 8816886"/>
                <a:gd name="connsiteY4" fmla="*/ 959641 h 5671963"/>
                <a:gd name="connsiteX5" fmla="*/ 1187762 w 8816886"/>
                <a:gd name="connsiteY5" fmla="*/ 457564 h 5671963"/>
                <a:gd name="connsiteX6" fmla="*/ 1824573 w 8816886"/>
                <a:gd name="connsiteY6" fmla="*/ 1093902 h 5671963"/>
                <a:gd name="connsiteX7" fmla="*/ 1823091 w 8816886"/>
                <a:gd name="connsiteY7" fmla="*/ 1135328 h 5671963"/>
                <a:gd name="connsiteX8" fmla="*/ 1957162 w 8816886"/>
                <a:gd name="connsiteY8" fmla="*/ 1114625 h 5671963"/>
                <a:gd name="connsiteX9" fmla="*/ 2230879 w 8816886"/>
                <a:gd name="connsiteY9" fmla="*/ 1209424 h 5671963"/>
                <a:gd name="connsiteX10" fmla="*/ 2228517 w 8816886"/>
                <a:gd name="connsiteY10" fmla="*/ 1163569 h 5671963"/>
                <a:gd name="connsiteX11" fmla="*/ 2672564 w 8816886"/>
                <a:gd name="connsiteY11" fmla="*/ 719870 h 5671963"/>
                <a:gd name="connsiteX12" fmla="*/ 2913347 w 8816886"/>
                <a:gd name="connsiteY12" fmla="*/ 791095 h 5671963"/>
                <a:gd name="connsiteX13" fmla="*/ 2898073 w 8816886"/>
                <a:gd name="connsiteY13" fmla="*/ 652687 h 5671963"/>
                <a:gd name="connsiteX14" fmla="*/ 3534884 w 8816886"/>
                <a:gd name="connsiteY14" fmla="*/ 16369 h 5671963"/>
                <a:gd name="connsiteX15" fmla="*/ 4096853 w 8816886"/>
                <a:gd name="connsiteY15" fmla="*/ 353358 h 5671963"/>
                <a:gd name="connsiteX16" fmla="*/ 4531625 w 8816886"/>
                <a:gd name="connsiteY16" fmla="*/ 1 h 5671963"/>
                <a:gd name="connsiteX17" fmla="*/ 4973527 w 8816886"/>
                <a:gd name="connsiteY17" fmla="*/ 401649 h 5671963"/>
                <a:gd name="connsiteX18" fmla="*/ 5184793 w 8816886"/>
                <a:gd name="connsiteY18" fmla="*/ 348294 h 5671963"/>
                <a:gd name="connsiteX19" fmla="*/ 5628840 w 8816886"/>
                <a:gd name="connsiteY19" fmla="*/ 791973 h 5671963"/>
                <a:gd name="connsiteX20" fmla="*/ 5610810 w 8816886"/>
                <a:gd name="connsiteY20" fmla="*/ 916392 h 5671963"/>
                <a:gd name="connsiteX21" fmla="*/ 5835478 w 8816886"/>
                <a:gd name="connsiteY21" fmla="*/ 875533 h 5671963"/>
                <a:gd name="connsiteX22" fmla="*/ 6472288 w 8816886"/>
                <a:gd name="connsiteY22" fmla="*/ 1511852 h 5671963"/>
                <a:gd name="connsiteX23" fmla="*/ 6362311 w 8816886"/>
                <a:gd name="connsiteY23" fmla="*/ 1869326 h 5671963"/>
                <a:gd name="connsiteX24" fmla="*/ 6535126 w 8816886"/>
                <a:gd name="connsiteY24" fmla="*/ 1834475 h 5671963"/>
                <a:gd name="connsiteX25" fmla="*/ 6937040 w 8816886"/>
                <a:gd name="connsiteY25" fmla="*/ 2090529 h 5671963"/>
                <a:gd name="connsiteX26" fmla="*/ 7508650 w 8816886"/>
                <a:gd name="connsiteY26" fmla="*/ 1734736 h 5671963"/>
                <a:gd name="connsiteX27" fmla="*/ 8109825 w 8816886"/>
                <a:gd name="connsiteY27" fmla="*/ 2161272 h 5671963"/>
                <a:gd name="connsiteX28" fmla="*/ 8487152 w 8816886"/>
                <a:gd name="connsiteY28" fmla="*/ 1950555 h 5671963"/>
                <a:gd name="connsiteX29" fmla="*/ 8488357 w 8816886"/>
                <a:gd name="connsiteY29" fmla="*/ 1950676 h 5671963"/>
                <a:gd name="connsiteX30" fmla="*/ 8816886 w 8816886"/>
                <a:gd name="connsiteY30" fmla="*/ 2135942 h 5671963"/>
                <a:gd name="connsiteX31" fmla="*/ 2717906 w 8816886"/>
                <a:gd name="connsiteY31" fmla="*/ 5671963 h 5671963"/>
                <a:gd name="connsiteX0" fmla="*/ 2717906 w 8816886"/>
                <a:gd name="connsiteY0" fmla="*/ 5671963 h 5671963"/>
                <a:gd name="connsiteX1" fmla="*/ 0 w 8816886"/>
                <a:gd name="connsiteY1" fmla="*/ 964411 h 5671963"/>
                <a:gd name="connsiteX2" fmla="*/ 35715 w 8816886"/>
                <a:gd name="connsiteY2" fmla="*/ 934967 h 5671963"/>
                <a:gd name="connsiteX3" fmla="*/ 283970 w 8816886"/>
                <a:gd name="connsiteY3" fmla="*/ 859194 h 5671963"/>
                <a:gd name="connsiteX4" fmla="*/ 565272 w 8816886"/>
                <a:gd name="connsiteY4" fmla="*/ 959641 h 5671963"/>
                <a:gd name="connsiteX5" fmla="*/ 1187762 w 8816886"/>
                <a:gd name="connsiteY5" fmla="*/ 457564 h 5671963"/>
                <a:gd name="connsiteX6" fmla="*/ 1824573 w 8816886"/>
                <a:gd name="connsiteY6" fmla="*/ 1093902 h 5671963"/>
                <a:gd name="connsiteX7" fmla="*/ 1823091 w 8816886"/>
                <a:gd name="connsiteY7" fmla="*/ 1135328 h 5671963"/>
                <a:gd name="connsiteX8" fmla="*/ 1957162 w 8816886"/>
                <a:gd name="connsiteY8" fmla="*/ 1114625 h 5671963"/>
                <a:gd name="connsiteX9" fmla="*/ 2230879 w 8816886"/>
                <a:gd name="connsiteY9" fmla="*/ 1209424 h 5671963"/>
                <a:gd name="connsiteX10" fmla="*/ 2228517 w 8816886"/>
                <a:gd name="connsiteY10" fmla="*/ 1163569 h 5671963"/>
                <a:gd name="connsiteX11" fmla="*/ 2672564 w 8816886"/>
                <a:gd name="connsiteY11" fmla="*/ 719870 h 5671963"/>
                <a:gd name="connsiteX12" fmla="*/ 2913347 w 8816886"/>
                <a:gd name="connsiteY12" fmla="*/ 791095 h 5671963"/>
                <a:gd name="connsiteX13" fmla="*/ 2898073 w 8816886"/>
                <a:gd name="connsiteY13" fmla="*/ 652687 h 5671963"/>
                <a:gd name="connsiteX14" fmla="*/ 3534884 w 8816886"/>
                <a:gd name="connsiteY14" fmla="*/ 16369 h 5671963"/>
                <a:gd name="connsiteX15" fmla="*/ 4096853 w 8816886"/>
                <a:gd name="connsiteY15" fmla="*/ 353358 h 5671963"/>
                <a:gd name="connsiteX16" fmla="*/ 4531625 w 8816886"/>
                <a:gd name="connsiteY16" fmla="*/ 1 h 5671963"/>
                <a:gd name="connsiteX17" fmla="*/ 4973527 w 8816886"/>
                <a:gd name="connsiteY17" fmla="*/ 401649 h 5671963"/>
                <a:gd name="connsiteX18" fmla="*/ 5184793 w 8816886"/>
                <a:gd name="connsiteY18" fmla="*/ 348294 h 5671963"/>
                <a:gd name="connsiteX19" fmla="*/ 5628840 w 8816886"/>
                <a:gd name="connsiteY19" fmla="*/ 791973 h 5671963"/>
                <a:gd name="connsiteX20" fmla="*/ 5610810 w 8816886"/>
                <a:gd name="connsiteY20" fmla="*/ 916392 h 5671963"/>
                <a:gd name="connsiteX21" fmla="*/ 5835478 w 8816886"/>
                <a:gd name="connsiteY21" fmla="*/ 875533 h 5671963"/>
                <a:gd name="connsiteX22" fmla="*/ 6472288 w 8816886"/>
                <a:gd name="connsiteY22" fmla="*/ 1511852 h 5671963"/>
                <a:gd name="connsiteX23" fmla="*/ 6362311 w 8816886"/>
                <a:gd name="connsiteY23" fmla="*/ 1869326 h 5671963"/>
                <a:gd name="connsiteX24" fmla="*/ 6535126 w 8816886"/>
                <a:gd name="connsiteY24" fmla="*/ 1834475 h 5671963"/>
                <a:gd name="connsiteX25" fmla="*/ 6937040 w 8816886"/>
                <a:gd name="connsiteY25" fmla="*/ 2090529 h 5671963"/>
                <a:gd name="connsiteX26" fmla="*/ 7508650 w 8816886"/>
                <a:gd name="connsiteY26" fmla="*/ 1734736 h 5671963"/>
                <a:gd name="connsiteX27" fmla="*/ 8109825 w 8816886"/>
                <a:gd name="connsiteY27" fmla="*/ 2161272 h 5671963"/>
                <a:gd name="connsiteX28" fmla="*/ 8487152 w 8816886"/>
                <a:gd name="connsiteY28" fmla="*/ 1950555 h 5671963"/>
                <a:gd name="connsiteX29" fmla="*/ 8816886 w 8816886"/>
                <a:gd name="connsiteY29" fmla="*/ 2135942 h 5671963"/>
                <a:gd name="connsiteX30" fmla="*/ 2717906 w 8816886"/>
                <a:gd name="connsiteY30" fmla="*/ 5671963 h 5671963"/>
                <a:gd name="connsiteX0" fmla="*/ 2717906 w 8816886"/>
                <a:gd name="connsiteY0" fmla="*/ 5671963 h 5671963"/>
                <a:gd name="connsiteX1" fmla="*/ 0 w 8816886"/>
                <a:gd name="connsiteY1" fmla="*/ 964411 h 5671963"/>
                <a:gd name="connsiteX2" fmla="*/ 35715 w 8816886"/>
                <a:gd name="connsiteY2" fmla="*/ 934967 h 5671963"/>
                <a:gd name="connsiteX3" fmla="*/ 283970 w 8816886"/>
                <a:gd name="connsiteY3" fmla="*/ 859194 h 5671963"/>
                <a:gd name="connsiteX4" fmla="*/ 565272 w 8816886"/>
                <a:gd name="connsiteY4" fmla="*/ 959641 h 5671963"/>
                <a:gd name="connsiteX5" fmla="*/ 1187762 w 8816886"/>
                <a:gd name="connsiteY5" fmla="*/ 457564 h 5671963"/>
                <a:gd name="connsiteX6" fmla="*/ 1824573 w 8816886"/>
                <a:gd name="connsiteY6" fmla="*/ 1093902 h 5671963"/>
                <a:gd name="connsiteX7" fmla="*/ 1823091 w 8816886"/>
                <a:gd name="connsiteY7" fmla="*/ 1135328 h 5671963"/>
                <a:gd name="connsiteX8" fmla="*/ 1957162 w 8816886"/>
                <a:gd name="connsiteY8" fmla="*/ 1114625 h 5671963"/>
                <a:gd name="connsiteX9" fmla="*/ 2230879 w 8816886"/>
                <a:gd name="connsiteY9" fmla="*/ 1209424 h 5671963"/>
                <a:gd name="connsiteX10" fmla="*/ 2228517 w 8816886"/>
                <a:gd name="connsiteY10" fmla="*/ 1163569 h 5671963"/>
                <a:gd name="connsiteX11" fmla="*/ 2672564 w 8816886"/>
                <a:gd name="connsiteY11" fmla="*/ 719870 h 5671963"/>
                <a:gd name="connsiteX12" fmla="*/ 2913347 w 8816886"/>
                <a:gd name="connsiteY12" fmla="*/ 791095 h 5671963"/>
                <a:gd name="connsiteX13" fmla="*/ 2898073 w 8816886"/>
                <a:gd name="connsiteY13" fmla="*/ 652687 h 5671963"/>
                <a:gd name="connsiteX14" fmla="*/ 3534884 w 8816886"/>
                <a:gd name="connsiteY14" fmla="*/ 16369 h 5671963"/>
                <a:gd name="connsiteX15" fmla="*/ 4096853 w 8816886"/>
                <a:gd name="connsiteY15" fmla="*/ 353358 h 5671963"/>
                <a:gd name="connsiteX16" fmla="*/ 4531625 w 8816886"/>
                <a:gd name="connsiteY16" fmla="*/ 1 h 5671963"/>
                <a:gd name="connsiteX17" fmla="*/ 4973527 w 8816886"/>
                <a:gd name="connsiteY17" fmla="*/ 401649 h 5671963"/>
                <a:gd name="connsiteX18" fmla="*/ 5184793 w 8816886"/>
                <a:gd name="connsiteY18" fmla="*/ 348294 h 5671963"/>
                <a:gd name="connsiteX19" fmla="*/ 5628840 w 8816886"/>
                <a:gd name="connsiteY19" fmla="*/ 791973 h 5671963"/>
                <a:gd name="connsiteX20" fmla="*/ 5610810 w 8816886"/>
                <a:gd name="connsiteY20" fmla="*/ 916392 h 5671963"/>
                <a:gd name="connsiteX21" fmla="*/ 5835478 w 8816886"/>
                <a:gd name="connsiteY21" fmla="*/ 875533 h 5671963"/>
                <a:gd name="connsiteX22" fmla="*/ 6472288 w 8816886"/>
                <a:gd name="connsiteY22" fmla="*/ 1511852 h 5671963"/>
                <a:gd name="connsiteX23" fmla="*/ 6362311 w 8816886"/>
                <a:gd name="connsiteY23" fmla="*/ 1869326 h 5671963"/>
                <a:gd name="connsiteX24" fmla="*/ 6535126 w 8816886"/>
                <a:gd name="connsiteY24" fmla="*/ 1834475 h 5671963"/>
                <a:gd name="connsiteX25" fmla="*/ 6937040 w 8816886"/>
                <a:gd name="connsiteY25" fmla="*/ 2090529 h 5671963"/>
                <a:gd name="connsiteX26" fmla="*/ 7508650 w 8816886"/>
                <a:gd name="connsiteY26" fmla="*/ 1734736 h 5671963"/>
                <a:gd name="connsiteX27" fmla="*/ 8109825 w 8816886"/>
                <a:gd name="connsiteY27" fmla="*/ 2161272 h 5671963"/>
                <a:gd name="connsiteX28" fmla="*/ 8487152 w 8816886"/>
                <a:gd name="connsiteY28" fmla="*/ 1950555 h 5671963"/>
                <a:gd name="connsiteX29" fmla="*/ 8816886 w 8816886"/>
                <a:gd name="connsiteY29" fmla="*/ 2135942 h 5671963"/>
                <a:gd name="connsiteX30" fmla="*/ 2717906 w 8816886"/>
                <a:gd name="connsiteY30" fmla="*/ 5671963 h 567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16886" h="5671963">
                  <a:moveTo>
                    <a:pt x="2717906" y="5671963"/>
                  </a:moveTo>
                  <a:lnTo>
                    <a:pt x="0" y="964411"/>
                  </a:lnTo>
                  <a:lnTo>
                    <a:pt x="35715" y="934967"/>
                  </a:lnTo>
                  <a:cubicBezTo>
                    <a:pt x="106582" y="887127"/>
                    <a:pt x="192013" y="859194"/>
                    <a:pt x="283970" y="859194"/>
                  </a:cubicBezTo>
                  <a:cubicBezTo>
                    <a:pt x="390766" y="859194"/>
                    <a:pt x="488701" y="896889"/>
                    <a:pt x="565272" y="959641"/>
                  </a:cubicBezTo>
                  <a:cubicBezTo>
                    <a:pt x="626965" y="672693"/>
                    <a:pt x="882161" y="457564"/>
                    <a:pt x="1187762" y="457564"/>
                  </a:cubicBezTo>
                  <a:cubicBezTo>
                    <a:pt x="1539467" y="457563"/>
                    <a:pt x="1824573" y="742444"/>
                    <a:pt x="1824573" y="1093902"/>
                  </a:cubicBezTo>
                  <a:cubicBezTo>
                    <a:pt x="1824573" y="1107832"/>
                    <a:pt x="1823969" y="1121605"/>
                    <a:pt x="1823091" y="1135328"/>
                  </a:cubicBezTo>
                  <a:cubicBezTo>
                    <a:pt x="1865394" y="1121935"/>
                    <a:pt x="1910410" y="1114625"/>
                    <a:pt x="1957162" y="1114625"/>
                  </a:cubicBezTo>
                  <a:cubicBezTo>
                    <a:pt x="2060556" y="1114625"/>
                    <a:pt x="2155431" y="1150214"/>
                    <a:pt x="2230879" y="1209424"/>
                  </a:cubicBezTo>
                  <a:cubicBezTo>
                    <a:pt x="2229330" y="1194350"/>
                    <a:pt x="2228517" y="1179068"/>
                    <a:pt x="2228517" y="1163569"/>
                  </a:cubicBezTo>
                  <a:cubicBezTo>
                    <a:pt x="2228517" y="918508"/>
                    <a:pt x="2427325" y="719870"/>
                    <a:pt x="2672564" y="719870"/>
                  </a:cubicBezTo>
                  <a:cubicBezTo>
                    <a:pt x="2761414" y="719870"/>
                    <a:pt x="2843945" y="746212"/>
                    <a:pt x="2913347" y="791095"/>
                  </a:cubicBezTo>
                  <a:cubicBezTo>
                    <a:pt x="2903467" y="746534"/>
                    <a:pt x="2898073" y="700253"/>
                    <a:pt x="2898073" y="652687"/>
                  </a:cubicBezTo>
                  <a:cubicBezTo>
                    <a:pt x="2898073" y="301229"/>
                    <a:pt x="3183161" y="16369"/>
                    <a:pt x="3534884" y="16369"/>
                  </a:cubicBezTo>
                  <a:cubicBezTo>
                    <a:pt x="3778273" y="16369"/>
                    <a:pt x="3989689" y="152849"/>
                    <a:pt x="4096853" y="353358"/>
                  </a:cubicBezTo>
                  <a:cubicBezTo>
                    <a:pt x="4138617" y="151640"/>
                    <a:pt x="4317393" y="0"/>
                    <a:pt x="4531625" y="1"/>
                  </a:cubicBezTo>
                  <a:cubicBezTo>
                    <a:pt x="4762696" y="1"/>
                    <a:pt x="4952305" y="176329"/>
                    <a:pt x="4973527" y="401649"/>
                  </a:cubicBezTo>
                  <a:cubicBezTo>
                    <a:pt x="5036365" y="367639"/>
                    <a:pt x="5108307" y="348294"/>
                    <a:pt x="5184793" y="348294"/>
                  </a:cubicBezTo>
                  <a:cubicBezTo>
                    <a:pt x="5430052" y="348294"/>
                    <a:pt x="5628840" y="546933"/>
                    <a:pt x="5628840" y="791973"/>
                  </a:cubicBezTo>
                  <a:cubicBezTo>
                    <a:pt x="5628840" y="835213"/>
                    <a:pt x="5622352" y="876884"/>
                    <a:pt x="5610810" y="916392"/>
                  </a:cubicBezTo>
                  <a:cubicBezTo>
                    <a:pt x="5680684" y="890050"/>
                    <a:pt x="5756358" y="875533"/>
                    <a:pt x="5835478" y="875533"/>
                  </a:cubicBezTo>
                  <a:cubicBezTo>
                    <a:pt x="6187201" y="875533"/>
                    <a:pt x="6472288" y="1160414"/>
                    <a:pt x="6472288" y="1511852"/>
                  </a:cubicBezTo>
                  <a:cubicBezTo>
                    <a:pt x="6472288" y="1644443"/>
                    <a:pt x="6431693" y="1767510"/>
                    <a:pt x="6362311" y="1869326"/>
                  </a:cubicBezTo>
                  <a:cubicBezTo>
                    <a:pt x="6415430" y="1846943"/>
                    <a:pt x="6473828" y="1834475"/>
                    <a:pt x="6535126" y="1834475"/>
                  </a:cubicBezTo>
                  <a:cubicBezTo>
                    <a:pt x="6713098" y="1834475"/>
                    <a:pt x="6866202" y="1939409"/>
                    <a:pt x="6937040" y="2090529"/>
                  </a:cubicBezTo>
                  <a:cubicBezTo>
                    <a:pt x="7040839" y="1879718"/>
                    <a:pt x="7257697" y="1734736"/>
                    <a:pt x="7508650" y="1734736"/>
                  </a:cubicBezTo>
                  <a:cubicBezTo>
                    <a:pt x="7786712" y="1734736"/>
                    <a:pt x="8023119" y="1912963"/>
                    <a:pt x="8109825" y="2161272"/>
                  </a:cubicBezTo>
                  <a:cubicBezTo>
                    <a:pt x="8188123" y="2034993"/>
                    <a:pt x="8327627" y="1950555"/>
                    <a:pt x="8487152" y="1950555"/>
                  </a:cubicBezTo>
                  <a:cubicBezTo>
                    <a:pt x="8726575" y="1878493"/>
                    <a:pt x="8706975" y="2074146"/>
                    <a:pt x="8816886" y="2135942"/>
                  </a:cubicBezTo>
                  <a:lnTo>
                    <a:pt x="2717906" y="5671963"/>
                  </a:lnTo>
                  <a:close/>
                </a:path>
              </a:pathLst>
            </a:custGeom>
            <a:gradFill flip="none" rotWithShape="1">
              <a:gsLst>
                <a:gs pos="50000">
                  <a:schemeClr val="accent3"/>
                </a:gs>
                <a:gs pos="0">
                  <a:schemeClr val="accent2">
                    <a:lumMod val="75000"/>
                  </a:schemeClr>
                </a:gs>
                <a:gs pos="88000">
                  <a:schemeClr val="accent1"/>
                </a:gs>
              </a:gsLst>
              <a:lin ang="810000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0607AB3-0FDA-3F2C-4A30-5A78FBA463B1}"/>
                </a:ext>
              </a:extLst>
            </p:cNvPr>
            <p:cNvSpPr/>
            <p:nvPr userDrawn="1"/>
          </p:nvSpPr>
          <p:spPr bwMode="auto">
            <a:xfrm flipH="1">
              <a:off x="9041741" y="0"/>
              <a:ext cx="2239793" cy="1102096"/>
            </a:xfrm>
            <a:custGeom>
              <a:avLst/>
              <a:gdLst>
                <a:gd name="connsiteX0" fmla="*/ 0 w 2582118"/>
                <a:gd name="connsiteY0" fmla="*/ 0 h 1270538"/>
                <a:gd name="connsiteX1" fmla="*/ 461091 w 2582118"/>
                <a:gd name="connsiteY1" fmla="*/ 0 h 1270538"/>
                <a:gd name="connsiteX2" fmla="*/ 464291 w 2582118"/>
                <a:gd name="connsiteY2" fmla="*/ 63359 h 1270538"/>
                <a:gd name="connsiteX3" fmla="*/ 1291059 w 2582118"/>
                <a:gd name="connsiteY3" fmla="*/ 809447 h 1270538"/>
                <a:gd name="connsiteX4" fmla="*/ 2117827 w 2582118"/>
                <a:gd name="connsiteY4" fmla="*/ 63359 h 1270538"/>
                <a:gd name="connsiteX5" fmla="*/ 2121027 w 2582118"/>
                <a:gd name="connsiteY5" fmla="*/ 0 h 1270538"/>
                <a:gd name="connsiteX6" fmla="*/ 2582118 w 2582118"/>
                <a:gd name="connsiteY6" fmla="*/ 0 h 1270538"/>
                <a:gd name="connsiteX7" fmla="*/ 2576538 w 2582118"/>
                <a:gd name="connsiteY7" fmla="*/ 110503 h 1270538"/>
                <a:gd name="connsiteX8" fmla="*/ 1291059 w 2582118"/>
                <a:gd name="connsiteY8" fmla="*/ 1270538 h 1270538"/>
                <a:gd name="connsiteX9" fmla="*/ 5580 w 2582118"/>
                <a:gd name="connsiteY9" fmla="*/ 110503 h 127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2118" h="1270538">
                  <a:moveTo>
                    <a:pt x="0" y="0"/>
                  </a:moveTo>
                  <a:lnTo>
                    <a:pt x="461091" y="0"/>
                  </a:lnTo>
                  <a:lnTo>
                    <a:pt x="464291" y="63359"/>
                  </a:lnTo>
                  <a:cubicBezTo>
                    <a:pt x="506849" y="482425"/>
                    <a:pt x="860764" y="809447"/>
                    <a:pt x="1291059" y="809447"/>
                  </a:cubicBezTo>
                  <a:cubicBezTo>
                    <a:pt x="1721354" y="809447"/>
                    <a:pt x="2075269" y="482425"/>
                    <a:pt x="2117827" y="63359"/>
                  </a:cubicBezTo>
                  <a:lnTo>
                    <a:pt x="2121027" y="0"/>
                  </a:lnTo>
                  <a:lnTo>
                    <a:pt x="2582118" y="0"/>
                  </a:lnTo>
                  <a:lnTo>
                    <a:pt x="2576538" y="110503"/>
                  </a:lnTo>
                  <a:cubicBezTo>
                    <a:pt x="2510367" y="762078"/>
                    <a:pt x="1960092" y="1270538"/>
                    <a:pt x="1291059" y="1270538"/>
                  </a:cubicBezTo>
                  <a:cubicBezTo>
                    <a:pt x="622026" y="1270538"/>
                    <a:pt x="71751" y="762078"/>
                    <a:pt x="5580" y="11050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</a:endParaRPr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23DF7A7-E373-0256-7271-5CEA2F781579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816956" y="551048"/>
            <a:ext cx="7154181" cy="1214307"/>
          </a:xfrm>
        </p:spPr>
        <p:txBody>
          <a:bodyPr>
            <a:spAutoFit/>
          </a:bodyPr>
          <a:lstStyle>
            <a:lvl1pPr marL="0" indent="0">
              <a:buNone/>
              <a:defRPr sz="8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83249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7DFB0-1F85-8D77-CE27-43287DA8F672}"/>
              </a:ext>
            </a:extLst>
          </p:cNvPr>
          <p:cNvGrpSpPr/>
          <p:nvPr userDrawn="1"/>
        </p:nvGrpSpPr>
        <p:grpSpPr>
          <a:xfrm>
            <a:off x="0" y="-808519"/>
            <a:ext cx="12775902" cy="2668333"/>
            <a:chOff x="0" y="-808519"/>
            <a:chExt cx="12775902" cy="266833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D861187-3292-48B5-4ABA-50AA0809AFB6}"/>
                </a:ext>
              </a:extLst>
            </p:cNvPr>
            <p:cNvSpPr/>
            <p:nvPr userDrawn="1"/>
          </p:nvSpPr>
          <p:spPr>
            <a:xfrm rot="12600000">
              <a:off x="8115695" y="-808519"/>
              <a:ext cx="4660207" cy="2668333"/>
            </a:xfrm>
            <a:custGeom>
              <a:avLst/>
              <a:gdLst>
                <a:gd name="connsiteX0" fmla="*/ 6059197 w 6134538"/>
                <a:gd name="connsiteY0" fmla="*/ 593487 h 3512504"/>
                <a:gd name="connsiteX1" fmla="*/ 5657417 w 6134538"/>
                <a:gd name="connsiteY1" fmla="*/ 380043 h 3512504"/>
                <a:gd name="connsiteX2" fmla="*/ 5426892 w 6134538"/>
                <a:gd name="connsiteY2" fmla="*/ 438262 h 3512504"/>
                <a:gd name="connsiteX3" fmla="*/ 4944708 w 6134538"/>
                <a:gd name="connsiteY3" fmla="*/ 1 h 3512504"/>
                <a:gd name="connsiteX4" fmla="*/ 4470305 w 6134538"/>
                <a:gd name="connsiteY4" fmla="*/ 385569 h 3512504"/>
                <a:gd name="connsiteX5" fmla="*/ 3857109 w 6134538"/>
                <a:gd name="connsiteY5" fmla="*/ 17861 h 3512504"/>
                <a:gd name="connsiteX6" fmla="*/ 3162249 w 6134538"/>
                <a:gd name="connsiteY6" fmla="*/ 712183 h 3512504"/>
                <a:gd name="connsiteX7" fmla="*/ 3178916 w 6134538"/>
                <a:gd name="connsiteY7" fmla="*/ 863208 h 3512504"/>
                <a:gd name="connsiteX8" fmla="*/ 2916184 w 6134538"/>
                <a:gd name="connsiteY8" fmla="*/ 785491 h 3512504"/>
                <a:gd name="connsiteX9" fmla="*/ 2431659 w 6134538"/>
                <a:gd name="connsiteY9" fmla="*/ 1269636 h 3512504"/>
                <a:gd name="connsiteX10" fmla="*/ 2434236 w 6134538"/>
                <a:gd name="connsiteY10" fmla="*/ 1319671 h 3512504"/>
                <a:gd name="connsiteX11" fmla="*/ 2135569 w 6134538"/>
                <a:gd name="connsiteY11" fmla="*/ 1216230 h 3512504"/>
                <a:gd name="connsiteX12" fmla="*/ 1989276 w 6134538"/>
                <a:gd name="connsiteY12" fmla="*/ 1238820 h 3512504"/>
                <a:gd name="connsiteX13" fmla="*/ 1990893 w 6134538"/>
                <a:gd name="connsiteY13" fmla="*/ 1193618 h 3512504"/>
                <a:gd name="connsiteX14" fmla="*/ 1296033 w 6134538"/>
                <a:gd name="connsiteY14" fmla="*/ 499274 h 3512504"/>
                <a:gd name="connsiteX15" fmla="*/ 616800 w 6134538"/>
                <a:gd name="connsiteY15" fmla="*/ 1047118 h 3512504"/>
                <a:gd name="connsiteX16" fmla="*/ 309855 w 6134538"/>
                <a:gd name="connsiteY16" fmla="*/ 937515 h 3512504"/>
                <a:gd name="connsiteX17" fmla="*/ 38970 w 6134538"/>
                <a:gd name="connsiteY17" fmla="*/ 1020195 h 3512504"/>
                <a:gd name="connsiteX18" fmla="*/ 0 w 6134538"/>
                <a:gd name="connsiteY18" fmla="*/ 1052323 h 3512504"/>
                <a:gd name="connsiteX19" fmla="*/ 1420385 w 6134538"/>
                <a:gd name="connsiteY19" fmla="*/ 3512504 h 3512504"/>
                <a:gd name="connsiteX20" fmla="*/ 6134538 w 6134538"/>
                <a:gd name="connsiteY20" fmla="*/ 790787 h 3512504"/>
                <a:gd name="connsiteX21" fmla="*/ 6132098 w 6134538"/>
                <a:gd name="connsiteY21" fmla="*/ 766598 h 3512504"/>
                <a:gd name="connsiteX22" fmla="*/ 6059197 w 6134538"/>
                <a:gd name="connsiteY22" fmla="*/ 593487 h 351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34538" h="3512504">
                  <a:moveTo>
                    <a:pt x="6059197" y="593487"/>
                  </a:moveTo>
                  <a:cubicBezTo>
                    <a:pt x="5972129" y="464710"/>
                    <a:pt x="5824677" y="380043"/>
                    <a:pt x="5657417" y="380043"/>
                  </a:cubicBezTo>
                  <a:cubicBezTo>
                    <a:pt x="5573958" y="380043"/>
                    <a:pt x="5495458" y="401152"/>
                    <a:pt x="5426892" y="438262"/>
                  </a:cubicBezTo>
                  <a:cubicBezTo>
                    <a:pt x="5403736" y="192403"/>
                    <a:pt x="5196843" y="1"/>
                    <a:pt x="4944708" y="1"/>
                  </a:cubicBezTo>
                  <a:cubicBezTo>
                    <a:pt x="4710948" y="0"/>
                    <a:pt x="4515876" y="165463"/>
                    <a:pt x="4470305" y="385569"/>
                  </a:cubicBezTo>
                  <a:cubicBezTo>
                    <a:pt x="4353372" y="166782"/>
                    <a:pt x="4122684" y="17861"/>
                    <a:pt x="3857109" y="17861"/>
                  </a:cubicBezTo>
                  <a:cubicBezTo>
                    <a:pt x="3473325" y="17861"/>
                    <a:pt x="3162249" y="328688"/>
                    <a:pt x="3162249" y="712183"/>
                  </a:cubicBezTo>
                  <a:cubicBezTo>
                    <a:pt x="3162249" y="764085"/>
                    <a:pt x="3168135" y="814585"/>
                    <a:pt x="3178916" y="863208"/>
                  </a:cubicBezTo>
                  <a:cubicBezTo>
                    <a:pt x="3103187" y="814234"/>
                    <a:pt x="3013133" y="785491"/>
                    <a:pt x="2916184" y="785491"/>
                  </a:cubicBezTo>
                  <a:cubicBezTo>
                    <a:pt x="2648590" y="785491"/>
                    <a:pt x="2431659" y="1002236"/>
                    <a:pt x="2431659" y="1269636"/>
                  </a:cubicBezTo>
                  <a:cubicBezTo>
                    <a:pt x="2431659" y="1286548"/>
                    <a:pt x="2432546" y="1303222"/>
                    <a:pt x="2434236" y="1319671"/>
                  </a:cubicBezTo>
                  <a:cubicBezTo>
                    <a:pt x="2351911" y="1255063"/>
                    <a:pt x="2248388" y="1216230"/>
                    <a:pt x="2135569" y="1216230"/>
                  </a:cubicBezTo>
                  <a:cubicBezTo>
                    <a:pt x="2084555" y="1216230"/>
                    <a:pt x="2035436" y="1224206"/>
                    <a:pt x="1989276" y="1238820"/>
                  </a:cubicBezTo>
                  <a:cubicBezTo>
                    <a:pt x="1990234" y="1223846"/>
                    <a:pt x="1990893" y="1208818"/>
                    <a:pt x="1990893" y="1193618"/>
                  </a:cubicBezTo>
                  <a:cubicBezTo>
                    <a:pt x="1990894" y="810122"/>
                    <a:pt x="1679798" y="499273"/>
                    <a:pt x="1296033" y="499274"/>
                  </a:cubicBezTo>
                  <a:cubicBezTo>
                    <a:pt x="962575" y="499274"/>
                    <a:pt x="684117" y="734013"/>
                    <a:pt x="616800" y="1047118"/>
                  </a:cubicBezTo>
                  <a:cubicBezTo>
                    <a:pt x="533249" y="978646"/>
                    <a:pt x="426387" y="937515"/>
                    <a:pt x="309855" y="937515"/>
                  </a:cubicBezTo>
                  <a:cubicBezTo>
                    <a:pt x="209516" y="937515"/>
                    <a:pt x="116298" y="967994"/>
                    <a:pt x="38970" y="1020195"/>
                  </a:cubicBezTo>
                  <a:lnTo>
                    <a:pt x="0" y="1052323"/>
                  </a:lnTo>
                  <a:lnTo>
                    <a:pt x="1420385" y="3512504"/>
                  </a:lnTo>
                  <a:lnTo>
                    <a:pt x="6134538" y="790787"/>
                  </a:lnTo>
                  <a:lnTo>
                    <a:pt x="6132098" y="766598"/>
                  </a:lnTo>
                  <a:cubicBezTo>
                    <a:pt x="6119190" y="703567"/>
                    <a:pt x="6094024" y="644998"/>
                    <a:pt x="6059197" y="59348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77000">
                  <a:schemeClr val="accent3"/>
                </a:gs>
              </a:gsLst>
              <a:lin ang="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1110279-ADC4-5E86-43EF-CED19614C291}"/>
                </a:ext>
              </a:extLst>
            </p:cNvPr>
            <p:cNvSpPr/>
            <p:nvPr userDrawn="1"/>
          </p:nvSpPr>
          <p:spPr>
            <a:xfrm rot="12600000">
              <a:off x="8257582" y="-790649"/>
              <a:ext cx="4468992" cy="2496090"/>
            </a:xfrm>
            <a:custGeom>
              <a:avLst/>
              <a:gdLst>
                <a:gd name="connsiteX0" fmla="*/ 5842596 w 5882829"/>
                <a:gd name="connsiteY0" fmla="*/ 572272 h 3285769"/>
                <a:gd name="connsiteX1" fmla="*/ 5455178 w 5882829"/>
                <a:gd name="connsiteY1" fmla="*/ 366458 h 3285769"/>
                <a:gd name="connsiteX2" fmla="*/ 5232895 w 5882829"/>
                <a:gd name="connsiteY2" fmla="*/ 422595 h 3285769"/>
                <a:gd name="connsiteX3" fmla="*/ 4767948 w 5882829"/>
                <a:gd name="connsiteY3" fmla="*/ 1 h 3285769"/>
                <a:gd name="connsiteX4" fmla="*/ 4310502 w 5882829"/>
                <a:gd name="connsiteY4" fmla="*/ 371786 h 3285769"/>
                <a:gd name="connsiteX5" fmla="*/ 3719227 w 5882829"/>
                <a:gd name="connsiteY5" fmla="*/ 17223 h 3285769"/>
                <a:gd name="connsiteX6" fmla="*/ 3049207 w 5882829"/>
                <a:gd name="connsiteY6" fmla="*/ 686725 h 3285769"/>
                <a:gd name="connsiteX7" fmla="*/ 3065277 w 5882829"/>
                <a:gd name="connsiteY7" fmla="*/ 832351 h 3285769"/>
                <a:gd name="connsiteX8" fmla="*/ 2811937 w 5882829"/>
                <a:gd name="connsiteY8" fmla="*/ 757412 h 3285769"/>
                <a:gd name="connsiteX9" fmla="*/ 2344733 w 5882829"/>
                <a:gd name="connsiteY9" fmla="*/ 1224249 h 3285769"/>
                <a:gd name="connsiteX10" fmla="*/ 2347219 w 5882829"/>
                <a:gd name="connsiteY10" fmla="*/ 1272496 h 3285769"/>
                <a:gd name="connsiteX11" fmla="*/ 2059227 w 5882829"/>
                <a:gd name="connsiteY11" fmla="*/ 1172753 h 3285769"/>
                <a:gd name="connsiteX12" fmla="*/ 1918165 w 5882829"/>
                <a:gd name="connsiteY12" fmla="*/ 1194536 h 3285769"/>
                <a:gd name="connsiteX13" fmla="*/ 1919724 w 5882829"/>
                <a:gd name="connsiteY13" fmla="*/ 1150949 h 3285769"/>
                <a:gd name="connsiteX14" fmla="*/ 1249704 w 5882829"/>
                <a:gd name="connsiteY14" fmla="*/ 481426 h 3285769"/>
                <a:gd name="connsiteX15" fmla="*/ 594751 w 5882829"/>
                <a:gd name="connsiteY15" fmla="*/ 1009687 h 3285769"/>
                <a:gd name="connsiteX16" fmla="*/ 298779 w 5882829"/>
                <a:gd name="connsiteY16" fmla="*/ 904001 h 3285769"/>
                <a:gd name="connsiteX17" fmla="*/ 37577 w 5882829"/>
                <a:gd name="connsiteY17" fmla="*/ 983726 h 3285769"/>
                <a:gd name="connsiteX18" fmla="*/ 0 w 5882829"/>
                <a:gd name="connsiteY18" fmla="*/ 1014705 h 3285769"/>
                <a:gd name="connsiteX19" fmla="*/ 1311198 w 5882829"/>
                <a:gd name="connsiteY19" fmla="*/ 3285769 h 3285769"/>
                <a:gd name="connsiteX20" fmla="*/ 5882829 w 5882829"/>
                <a:gd name="connsiteY20" fmla="*/ 646337 h 3285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882829" h="3285769">
                  <a:moveTo>
                    <a:pt x="5842596" y="572272"/>
                  </a:moveTo>
                  <a:cubicBezTo>
                    <a:pt x="5758640" y="448097"/>
                    <a:pt x="5616459" y="366458"/>
                    <a:pt x="5455178" y="366458"/>
                  </a:cubicBezTo>
                  <a:cubicBezTo>
                    <a:pt x="5374703" y="366458"/>
                    <a:pt x="5299010" y="386811"/>
                    <a:pt x="5232895" y="422595"/>
                  </a:cubicBezTo>
                  <a:cubicBezTo>
                    <a:pt x="5210566" y="185525"/>
                    <a:pt x="5011069" y="1"/>
                    <a:pt x="4767948" y="1"/>
                  </a:cubicBezTo>
                  <a:cubicBezTo>
                    <a:pt x="4542544" y="0"/>
                    <a:pt x="4354444" y="159548"/>
                    <a:pt x="4310502" y="371786"/>
                  </a:cubicBezTo>
                  <a:cubicBezTo>
                    <a:pt x="4197750" y="160820"/>
                    <a:pt x="3975309" y="17223"/>
                    <a:pt x="3719227" y="17223"/>
                  </a:cubicBezTo>
                  <a:cubicBezTo>
                    <a:pt x="3349162" y="17223"/>
                    <a:pt x="3049207" y="316938"/>
                    <a:pt x="3049207" y="686725"/>
                  </a:cubicBezTo>
                  <a:cubicBezTo>
                    <a:pt x="3049207" y="736771"/>
                    <a:pt x="3054882" y="785466"/>
                    <a:pt x="3065277" y="832351"/>
                  </a:cubicBezTo>
                  <a:cubicBezTo>
                    <a:pt x="2992256" y="785127"/>
                    <a:pt x="2905421" y="757411"/>
                    <a:pt x="2811937" y="757412"/>
                  </a:cubicBezTo>
                  <a:cubicBezTo>
                    <a:pt x="2553909" y="757412"/>
                    <a:pt x="2344734" y="966409"/>
                    <a:pt x="2344733" y="1224249"/>
                  </a:cubicBezTo>
                  <a:cubicBezTo>
                    <a:pt x="2344734" y="1240557"/>
                    <a:pt x="2345589" y="1256636"/>
                    <a:pt x="2347219" y="1272496"/>
                  </a:cubicBezTo>
                  <a:cubicBezTo>
                    <a:pt x="2267836" y="1210198"/>
                    <a:pt x="2168013" y="1172753"/>
                    <a:pt x="2059227" y="1172753"/>
                  </a:cubicBezTo>
                  <a:cubicBezTo>
                    <a:pt x="2010037" y="1172753"/>
                    <a:pt x="1962674" y="1180444"/>
                    <a:pt x="1918165" y="1194536"/>
                  </a:cubicBezTo>
                  <a:cubicBezTo>
                    <a:pt x="1919089" y="1180097"/>
                    <a:pt x="1919724" y="1165606"/>
                    <a:pt x="1919724" y="1150949"/>
                  </a:cubicBezTo>
                  <a:cubicBezTo>
                    <a:pt x="1919724" y="781163"/>
                    <a:pt x="1619750" y="481425"/>
                    <a:pt x="1249704" y="481426"/>
                  </a:cubicBezTo>
                  <a:cubicBezTo>
                    <a:pt x="928166" y="481426"/>
                    <a:pt x="659661" y="707774"/>
                    <a:pt x="594751" y="1009687"/>
                  </a:cubicBezTo>
                  <a:cubicBezTo>
                    <a:pt x="514187" y="943662"/>
                    <a:pt x="411145" y="904001"/>
                    <a:pt x="298779" y="904001"/>
                  </a:cubicBezTo>
                  <a:cubicBezTo>
                    <a:pt x="202027" y="904001"/>
                    <a:pt x="112140" y="933391"/>
                    <a:pt x="37577" y="983726"/>
                  </a:cubicBezTo>
                  <a:lnTo>
                    <a:pt x="0" y="1014705"/>
                  </a:lnTo>
                  <a:lnTo>
                    <a:pt x="1311198" y="3285769"/>
                  </a:lnTo>
                  <a:lnTo>
                    <a:pt x="5882829" y="646337"/>
                  </a:lnTo>
                  <a:close/>
                </a:path>
              </a:pathLst>
            </a:custGeom>
            <a:gradFill flip="none" rotWithShape="1">
              <a:gsLst>
                <a:gs pos="50000">
                  <a:schemeClr val="accent3"/>
                </a:gs>
                <a:gs pos="0">
                  <a:schemeClr val="accent2">
                    <a:lumMod val="75000"/>
                  </a:schemeClr>
                </a:gs>
                <a:gs pos="88000">
                  <a:schemeClr val="accent1"/>
                </a:gs>
              </a:gsLst>
              <a:lin ang="810000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AE6C68-789C-C3B6-1801-D324E6CE1783}"/>
                </a:ext>
              </a:extLst>
            </p:cNvPr>
            <p:cNvSpPr/>
            <p:nvPr userDrawn="1"/>
          </p:nvSpPr>
          <p:spPr bwMode="auto">
            <a:xfrm flipH="1">
              <a:off x="0" y="0"/>
              <a:ext cx="1416418" cy="1102096"/>
            </a:xfrm>
            <a:custGeom>
              <a:avLst/>
              <a:gdLst>
                <a:gd name="connsiteX0" fmla="*/ 399962 w 1416418"/>
                <a:gd name="connsiteY0" fmla="*/ 0 h 1102096"/>
                <a:gd name="connsiteX1" fmla="*/ 0 w 1416418"/>
                <a:gd name="connsiteY1" fmla="*/ 0 h 1102096"/>
                <a:gd name="connsiteX2" fmla="*/ 4840 w 1416418"/>
                <a:gd name="connsiteY2" fmla="*/ 95853 h 1102096"/>
                <a:gd name="connsiteX3" fmla="*/ 1119896 w 1416418"/>
                <a:gd name="connsiteY3" fmla="*/ 1102096 h 1102096"/>
                <a:gd name="connsiteX4" fmla="*/ 1332075 w 1416418"/>
                <a:gd name="connsiteY4" fmla="*/ 1082041 h 1102096"/>
                <a:gd name="connsiteX5" fmla="*/ 1416418 w 1416418"/>
                <a:gd name="connsiteY5" fmla="*/ 1061749 h 1102096"/>
                <a:gd name="connsiteX6" fmla="*/ 1416418 w 1416418"/>
                <a:gd name="connsiteY6" fmla="*/ 635902 h 1102096"/>
                <a:gd name="connsiteX7" fmla="*/ 1384225 w 1416418"/>
                <a:gd name="connsiteY7" fmla="*/ 652132 h 1102096"/>
                <a:gd name="connsiteX8" fmla="*/ 1119896 w 1416418"/>
                <a:gd name="connsiteY8" fmla="*/ 702134 h 1102096"/>
                <a:gd name="connsiteX9" fmla="*/ 402738 w 1416418"/>
                <a:gd name="connsiteY9" fmla="*/ 54959 h 1102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16418" h="1102096">
                  <a:moveTo>
                    <a:pt x="399962" y="0"/>
                  </a:moveTo>
                  <a:lnTo>
                    <a:pt x="0" y="0"/>
                  </a:lnTo>
                  <a:lnTo>
                    <a:pt x="4840" y="95853"/>
                  </a:lnTo>
                  <a:cubicBezTo>
                    <a:pt x="62239" y="661045"/>
                    <a:pt x="539561" y="1102096"/>
                    <a:pt x="1119896" y="1102096"/>
                  </a:cubicBezTo>
                  <a:cubicBezTo>
                    <a:pt x="1192438" y="1102096"/>
                    <a:pt x="1263371" y="1095205"/>
                    <a:pt x="1332075" y="1082041"/>
                  </a:cubicBezTo>
                  <a:lnTo>
                    <a:pt x="1416418" y="1061749"/>
                  </a:lnTo>
                  <a:lnTo>
                    <a:pt x="1416418" y="635902"/>
                  </a:lnTo>
                  <a:lnTo>
                    <a:pt x="1384225" y="652132"/>
                  </a:lnTo>
                  <a:cubicBezTo>
                    <a:pt x="1302380" y="684405"/>
                    <a:pt x="1213209" y="702134"/>
                    <a:pt x="1119896" y="702134"/>
                  </a:cubicBezTo>
                  <a:cubicBezTo>
                    <a:pt x="746648" y="702134"/>
                    <a:pt x="439653" y="418467"/>
                    <a:pt x="402738" y="5495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</a:endParaRPr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83CD5E-F4AB-D066-2259-D490F096A15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58880" y="311851"/>
            <a:ext cx="5627083" cy="1214307"/>
          </a:xfrm>
        </p:spPr>
        <p:txBody>
          <a:bodyPr wrap="square">
            <a:spAutoFit/>
          </a:bodyPr>
          <a:lstStyle>
            <a:lvl1pPr marL="0" indent="0" algn="l">
              <a:buNone/>
              <a:defRPr sz="8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57391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34703A7-5A7D-C1B0-FD1B-35B7392BDE1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96CB8AE-850A-92A8-1180-5E3C7F78CEE9}"/>
                </a:ext>
              </a:extLst>
            </p:cNvPr>
            <p:cNvSpPr/>
            <p:nvPr userDrawn="1"/>
          </p:nvSpPr>
          <p:spPr bwMode="auto">
            <a:xfrm>
              <a:off x="0" y="0"/>
              <a:ext cx="12192000" cy="866775"/>
            </a:xfrm>
            <a:prstGeom prst="rect">
              <a:avLst/>
            </a:prstGeom>
            <a:solidFill>
              <a:schemeClr val="bg2"/>
            </a:solidFill>
            <a:ln w="571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008B94C5-3DB9-0F85-D7A6-7BDA788EDEC2}"/>
                </a:ext>
              </a:extLst>
            </p:cNvPr>
            <p:cNvSpPr/>
            <p:nvPr userDrawn="1"/>
          </p:nvSpPr>
          <p:spPr bwMode="auto">
            <a:xfrm>
              <a:off x="0" y="0"/>
              <a:ext cx="12192000" cy="762000"/>
            </a:xfrm>
            <a:prstGeom prst="rect">
              <a:avLst/>
            </a:prstGeom>
            <a:gradFill flip="none" rotWithShape="1">
              <a:gsLst>
                <a:gs pos="79000">
                  <a:schemeClr val="accent3"/>
                </a:gs>
                <a:gs pos="0">
                  <a:schemeClr val="accent2">
                    <a:lumMod val="75000"/>
                  </a:schemeClr>
                </a:gs>
                <a:gs pos="100000">
                  <a:schemeClr val="accent1"/>
                </a:gs>
              </a:gsLst>
              <a:lin ang="1350000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</a:endParaRPr>
            </a:p>
          </p:txBody>
        </p:sp>
        <p:sp>
          <p:nvSpPr>
            <p:cNvPr id="113" name="Right Triangle 112">
              <a:extLst>
                <a:ext uri="{FF2B5EF4-FFF2-40B4-BE49-F238E27FC236}">
                  <a16:creationId xmlns:a16="http://schemas.microsoft.com/office/drawing/2014/main" id="{6720C971-A0AF-D2CA-72BA-964DA4E440C0}"/>
                </a:ext>
              </a:extLst>
            </p:cNvPr>
            <p:cNvSpPr/>
            <p:nvPr userDrawn="1"/>
          </p:nvSpPr>
          <p:spPr bwMode="auto">
            <a:xfrm>
              <a:off x="0" y="5363030"/>
              <a:ext cx="1494970" cy="149497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18900000" algn="bl" rotWithShape="0">
                <a:prstClr val="black">
                  <a:alpha val="11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114" name="Right Triangle 113">
              <a:extLst>
                <a:ext uri="{FF2B5EF4-FFF2-40B4-BE49-F238E27FC236}">
                  <a16:creationId xmlns:a16="http://schemas.microsoft.com/office/drawing/2014/main" id="{81323CAD-18D3-6EC8-8A7A-DF83537BFF0F}"/>
                </a:ext>
              </a:extLst>
            </p:cNvPr>
            <p:cNvSpPr/>
            <p:nvPr userDrawn="1"/>
          </p:nvSpPr>
          <p:spPr bwMode="auto">
            <a:xfrm>
              <a:off x="1" y="6060109"/>
              <a:ext cx="797890" cy="79789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18900000" algn="bl" rotWithShape="0">
                <a:prstClr val="black">
                  <a:alpha val="11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24114" y="169630"/>
            <a:ext cx="11415952" cy="439200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>
                    <a:lumMod val="95000"/>
                  </a:schemeClr>
                </a:solidFill>
                <a:latin typeface="Inclusive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907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0B2A9D7-046F-6777-D51C-F0D2A52C8744}"/>
              </a:ext>
            </a:extLst>
          </p:cNvPr>
          <p:cNvGrpSpPr/>
          <p:nvPr userDrawn="1"/>
        </p:nvGrpSpPr>
        <p:grpSpPr>
          <a:xfrm>
            <a:off x="0" y="-275107"/>
            <a:ext cx="13377274" cy="8657108"/>
            <a:chOff x="0" y="-275107"/>
            <a:chExt cx="13377274" cy="8657108"/>
          </a:xfrm>
        </p:grpSpPr>
        <p:sp>
          <p:nvSpPr>
            <p:cNvPr id="119" name="Rectangle 2">
              <a:extLst>
                <a:ext uri="{FF2B5EF4-FFF2-40B4-BE49-F238E27FC236}">
                  <a16:creationId xmlns:a16="http://schemas.microsoft.com/office/drawing/2014/main" id="{0E8D231C-0503-B6DB-2086-E3BC47041C4D}"/>
                </a:ext>
              </a:extLst>
            </p:cNvPr>
            <p:cNvSpPr/>
            <p:nvPr userDrawn="1"/>
          </p:nvSpPr>
          <p:spPr bwMode="auto">
            <a:xfrm flipV="1">
              <a:off x="117656" y="229622"/>
              <a:ext cx="12074343" cy="6398756"/>
            </a:xfrm>
            <a:custGeom>
              <a:avLst/>
              <a:gdLst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4" fmla="*/ 0 w 1580920"/>
                <a:gd name="connsiteY4" fmla="*/ 0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4" fmla="*/ 91440 w 1580920"/>
                <a:gd name="connsiteY4" fmla="*/ 91440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421852 w 1580920"/>
                <a:gd name="connsiteY3" fmla="*/ 3373804 h 337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0920" h="3373804">
                  <a:moveTo>
                    <a:pt x="0" y="0"/>
                  </a:moveTo>
                  <a:lnTo>
                    <a:pt x="1580920" y="0"/>
                  </a:lnTo>
                  <a:lnTo>
                    <a:pt x="1580920" y="3373804"/>
                  </a:lnTo>
                  <a:lnTo>
                    <a:pt x="421852" y="3373804"/>
                  </a:lnTo>
                </a:path>
              </a:pathLst>
            </a:custGeom>
            <a:noFill/>
            <a:ln w="41275">
              <a:gradFill flip="none" rotWithShape="1">
                <a:gsLst>
                  <a:gs pos="50000">
                    <a:schemeClr val="accent2"/>
                  </a:gs>
                  <a:gs pos="100000">
                    <a:schemeClr val="accent3"/>
                  </a:gs>
                  <a:gs pos="0">
                    <a:schemeClr val="accent1"/>
                  </a:gs>
                </a:gsLst>
                <a:lin ang="18900000" scaled="1"/>
                <a:tileRect/>
              </a:gra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553" name="Freeform: Shape 3552">
              <a:extLst>
                <a:ext uri="{FF2B5EF4-FFF2-40B4-BE49-F238E27FC236}">
                  <a16:creationId xmlns:a16="http://schemas.microsoft.com/office/drawing/2014/main" id="{F93EA385-1BF8-2937-F3CE-DDA966A0DA5E}"/>
                </a:ext>
              </a:extLst>
            </p:cNvPr>
            <p:cNvSpPr/>
            <p:nvPr/>
          </p:nvSpPr>
          <p:spPr>
            <a:xfrm rot="7200000" flipH="1" flipV="1">
              <a:off x="6060306" y="1217465"/>
              <a:ext cx="8657108" cy="5671963"/>
            </a:xfrm>
            <a:custGeom>
              <a:avLst/>
              <a:gdLst>
                <a:gd name="connsiteX0" fmla="*/ 2717906 w 8657108"/>
                <a:gd name="connsiteY0" fmla="*/ 5671963 h 5671963"/>
                <a:gd name="connsiteX1" fmla="*/ 0 w 8657108"/>
                <a:gd name="connsiteY1" fmla="*/ 964411 h 5671963"/>
                <a:gd name="connsiteX2" fmla="*/ 35715 w 8657108"/>
                <a:gd name="connsiteY2" fmla="*/ 934967 h 5671963"/>
                <a:gd name="connsiteX3" fmla="*/ 283970 w 8657108"/>
                <a:gd name="connsiteY3" fmla="*/ 859194 h 5671963"/>
                <a:gd name="connsiteX4" fmla="*/ 565272 w 8657108"/>
                <a:gd name="connsiteY4" fmla="*/ 959641 h 5671963"/>
                <a:gd name="connsiteX5" fmla="*/ 1187762 w 8657108"/>
                <a:gd name="connsiteY5" fmla="*/ 457564 h 5671963"/>
                <a:gd name="connsiteX6" fmla="*/ 1824573 w 8657108"/>
                <a:gd name="connsiteY6" fmla="*/ 1093902 h 5671963"/>
                <a:gd name="connsiteX7" fmla="*/ 1823091 w 8657108"/>
                <a:gd name="connsiteY7" fmla="*/ 1135328 h 5671963"/>
                <a:gd name="connsiteX8" fmla="*/ 1957162 w 8657108"/>
                <a:gd name="connsiteY8" fmla="*/ 1114625 h 5671963"/>
                <a:gd name="connsiteX9" fmla="*/ 2230879 w 8657108"/>
                <a:gd name="connsiteY9" fmla="*/ 1209424 h 5671963"/>
                <a:gd name="connsiteX10" fmla="*/ 2228517 w 8657108"/>
                <a:gd name="connsiteY10" fmla="*/ 1163569 h 5671963"/>
                <a:gd name="connsiteX11" fmla="*/ 2672564 w 8657108"/>
                <a:gd name="connsiteY11" fmla="*/ 719870 h 5671963"/>
                <a:gd name="connsiteX12" fmla="*/ 2913347 w 8657108"/>
                <a:gd name="connsiteY12" fmla="*/ 791095 h 5671963"/>
                <a:gd name="connsiteX13" fmla="*/ 2898073 w 8657108"/>
                <a:gd name="connsiteY13" fmla="*/ 652687 h 5671963"/>
                <a:gd name="connsiteX14" fmla="*/ 3534884 w 8657108"/>
                <a:gd name="connsiteY14" fmla="*/ 16369 h 5671963"/>
                <a:gd name="connsiteX15" fmla="*/ 4096853 w 8657108"/>
                <a:gd name="connsiteY15" fmla="*/ 353358 h 5671963"/>
                <a:gd name="connsiteX16" fmla="*/ 4531625 w 8657108"/>
                <a:gd name="connsiteY16" fmla="*/ 1 h 5671963"/>
                <a:gd name="connsiteX17" fmla="*/ 4973527 w 8657108"/>
                <a:gd name="connsiteY17" fmla="*/ 401649 h 5671963"/>
                <a:gd name="connsiteX18" fmla="*/ 5184793 w 8657108"/>
                <a:gd name="connsiteY18" fmla="*/ 348294 h 5671963"/>
                <a:gd name="connsiteX19" fmla="*/ 5628840 w 8657108"/>
                <a:gd name="connsiteY19" fmla="*/ 791973 h 5671963"/>
                <a:gd name="connsiteX20" fmla="*/ 5610810 w 8657108"/>
                <a:gd name="connsiteY20" fmla="*/ 916392 h 5671963"/>
                <a:gd name="connsiteX21" fmla="*/ 5835478 w 8657108"/>
                <a:gd name="connsiteY21" fmla="*/ 875533 h 5671963"/>
                <a:gd name="connsiteX22" fmla="*/ 6472288 w 8657108"/>
                <a:gd name="connsiteY22" fmla="*/ 1511852 h 5671963"/>
                <a:gd name="connsiteX23" fmla="*/ 6362311 w 8657108"/>
                <a:gd name="connsiteY23" fmla="*/ 1869326 h 5671963"/>
                <a:gd name="connsiteX24" fmla="*/ 6535126 w 8657108"/>
                <a:gd name="connsiteY24" fmla="*/ 1834475 h 5671963"/>
                <a:gd name="connsiteX25" fmla="*/ 6937040 w 8657108"/>
                <a:gd name="connsiteY25" fmla="*/ 2090529 h 5671963"/>
                <a:gd name="connsiteX26" fmla="*/ 7508650 w 8657108"/>
                <a:gd name="connsiteY26" fmla="*/ 1734736 h 5671963"/>
                <a:gd name="connsiteX27" fmla="*/ 8109825 w 8657108"/>
                <a:gd name="connsiteY27" fmla="*/ 2161272 h 5671963"/>
                <a:gd name="connsiteX28" fmla="*/ 8487152 w 8657108"/>
                <a:gd name="connsiteY28" fmla="*/ 1950555 h 5671963"/>
                <a:gd name="connsiteX29" fmla="*/ 8488357 w 8657108"/>
                <a:gd name="connsiteY29" fmla="*/ 1950676 h 5671963"/>
                <a:gd name="connsiteX30" fmla="*/ 8657108 w 8657108"/>
                <a:gd name="connsiteY30" fmla="*/ 2242963 h 567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57108" h="5671963">
                  <a:moveTo>
                    <a:pt x="2717906" y="5671963"/>
                  </a:moveTo>
                  <a:lnTo>
                    <a:pt x="0" y="964411"/>
                  </a:lnTo>
                  <a:lnTo>
                    <a:pt x="35715" y="934967"/>
                  </a:lnTo>
                  <a:cubicBezTo>
                    <a:pt x="106582" y="887127"/>
                    <a:pt x="192013" y="859194"/>
                    <a:pt x="283970" y="859194"/>
                  </a:cubicBezTo>
                  <a:cubicBezTo>
                    <a:pt x="390766" y="859194"/>
                    <a:pt x="488701" y="896889"/>
                    <a:pt x="565272" y="959641"/>
                  </a:cubicBezTo>
                  <a:cubicBezTo>
                    <a:pt x="626965" y="672693"/>
                    <a:pt x="882161" y="457564"/>
                    <a:pt x="1187762" y="457564"/>
                  </a:cubicBezTo>
                  <a:cubicBezTo>
                    <a:pt x="1539467" y="457563"/>
                    <a:pt x="1824573" y="742444"/>
                    <a:pt x="1824573" y="1093902"/>
                  </a:cubicBezTo>
                  <a:cubicBezTo>
                    <a:pt x="1824573" y="1107832"/>
                    <a:pt x="1823969" y="1121605"/>
                    <a:pt x="1823091" y="1135328"/>
                  </a:cubicBezTo>
                  <a:cubicBezTo>
                    <a:pt x="1865394" y="1121935"/>
                    <a:pt x="1910410" y="1114625"/>
                    <a:pt x="1957162" y="1114625"/>
                  </a:cubicBezTo>
                  <a:cubicBezTo>
                    <a:pt x="2060556" y="1114625"/>
                    <a:pt x="2155431" y="1150214"/>
                    <a:pt x="2230879" y="1209424"/>
                  </a:cubicBezTo>
                  <a:cubicBezTo>
                    <a:pt x="2229330" y="1194350"/>
                    <a:pt x="2228517" y="1179068"/>
                    <a:pt x="2228517" y="1163569"/>
                  </a:cubicBezTo>
                  <a:cubicBezTo>
                    <a:pt x="2228517" y="918508"/>
                    <a:pt x="2427325" y="719870"/>
                    <a:pt x="2672564" y="719870"/>
                  </a:cubicBezTo>
                  <a:cubicBezTo>
                    <a:pt x="2761414" y="719870"/>
                    <a:pt x="2843945" y="746212"/>
                    <a:pt x="2913347" y="791095"/>
                  </a:cubicBezTo>
                  <a:cubicBezTo>
                    <a:pt x="2903467" y="746534"/>
                    <a:pt x="2898073" y="700253"/>
                    <a:pt x="2898073" y="652687"/>
                  </a:cubicBezTo>
                  <a:cubicBezTo>
                    <a:pt x="2898073" y="301229"/>
                    <a:pt x="3183161" y="16369"/>
                    <a:pt x="3534884" y="16369"/>
                  </a:cubicBezTo>
                  <a:cubicBezTo>
                    <a:pt x="3778273" y="16369"/>
                    <a:pt x="3989689" y="152849"/>
                    <a:pt x="4096853" y="353358"/>
                  </a:cubicBezTo>
                  <a:cubicBezTo>
                    <a:pt x="4138617" y="151640"/>
                    <a:pt x="4317393" y="0"/>
                    <a:pt x="4531625" y="1"/>
                  </a:cubicBezTo>
                  <a:cubicBezTo>
                    <a:pt x="4762696" y="1"/>
                    <a:pt x="4952305" y="176329"/>
                    <a:pt x="4973527" y="401649"/>
                  </a:cubicBezTo>
                  <a:cubicBezTo>
                    <a:pt x="5036365" y="367639"/>
                    <a:pt x="5108307" y="348294"/>
                    <a:pt x="5184793" y="348294"/>
                  </a:cubicBezTo>
                  <a:cubicBezTo>
                    <a:pt x="5430052" y="348294"/>
                    <a:pt x="5628840" y="546933"/>
                    <a:pt x="5628840" y="791973"/>
                  </a:cubicBezTo>
                  <a:cubicBezTo>
                    <a:pt x="5628840" y="835213"/>
                    <a:pt x="5622352" y="876884"/>
                    <a:pt x="5610810" y="916392"/>
                  </a:cubicBezTo>
                  <a:cubicBezTo>
                    <a:pt x="5680684" y="890050"/>
                    <a:pt x="5756358" y="875533"/>
                    <a:pt x="5835478" y="875533"/>
                  </a:cubicBezTo>
                  <a:cubicBezTo>
                    <a:pt x="6187201" y="875533"/>
                    <a:pt x="6472288" y="1160414"/>
                    <a:pt x="6472288" y="1511852"/>
                  </a:cubicBezTo>
                  <a:cubicBezTo>
                    <a:pt x="6472288" y="1644443"/>
                    <a:pt x="6431693" y="1767510"/>
                    <a:pt x="6362311" y="1869326"/>
                  </a:cubicBezTo>
                  <a:cubicBezTo>
                    <a:pt x="6415430" y="1846943"/>
                    <a:pt x="6473828" y="1834475"/>
                    <a:pt x="6535126" y="1834475"/>
                  </a:cubicBezTo>
                  <a:cubicBezTo>
                    <a:pt x="6713098" y="1834475"/>
                    <a:pt x="6866202" y="1939409"/>
                    <a:pt x="6937040" y="2090529"/>
                  </a:cubicBezTo>
                  <a:cubicBezTo>
                    <a:pt x="7040839" y="1879718"/>
                    <a:pt x="7257697" y="1734736"/>
                    <a:pt x="7508650" y="1734736"/>
                  </a:cubicBezTo>
                  <a:cubicBezTo>
                    <a:pt x="7786712" y="1734736"/>
                    <a:pt x="8023119" y="1912963"/>
                    <a:pt x="8109825" y="2161272"/>
                  </a:cubicBezTo>
                  <a:cubicBezTo>
                    <a:pt x="8188123" y="2034993"/>
                    <a:pt x="8327627" y="1950555"/>
                    <a:pt x="8487152" y="1950555"/>
                  </a:cubicBezTo>
                  <a:lnTo>
                    <a:pt x="8488357" y="1950676"/>
                  </a:lnTo>
                  <a:lnTo>
                    <a:pt x="8657108" y="224296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56000">
                  <a:schemeClr val="accent3"/>
                </a:gs>
              </a:gsLst>
              <a:lin ang="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552" name="Freeform: Shape 3551">
              <a:extLst>
                <a:ext uri="{FF2B5EF4-FFF2-40B4-BE49-F238E27FC236}">
                  <a16:creationId xmlns:a16="http://schemas.microsoft.com/office/drawing/2014/main" id="{575B5D4F-9D57-59A8-F723-0501A6373779}"/>
                </a:ext>
              </a:extLst>
            </p:cNvPr>
            <p:cNvSpPr/>
            <p:nvPr/>
          </p:nvSpPr>
          <p:spPr>
            <a:xfrm rot="7200000" flipH="1" flipV="1">
              <a:off x="6212739" y="1217465"/>
              <a:ext cx="8657108" cy="5671963"/>
            </a:xfrm>
            <a:custGeom>
              <a:avLst/>
              <a:gdLst>
                <a:gd name="connsiteX0" fmla="*/ 2717906 w 8657108"/>
                <a:gd name="connsiteY0" fmla="*/ 5671963 h 5671963"/>
                <a:gd name="connsiteX1" fmla="*/ 0 w 8657108"/>
                <a:gd name="connsiteY1" fmla="*/ 964411 h 5671963"/>
                <a:gd name="connsiteX2" fmla="*/ 35715 w 8657108"/>
                <a:gd name="connsiteY2" fmla="*/ 934967 h 5671963"/>
                <a:gd name="connsiteX3" fmla="*/ 283970 w 8657108"/>
                <a:gd name="connsiteY3" fmla="*/ 859194 h 5671963"/>
                <a:gd name="connsiteX4" fmla="*/ 565272 w 8657108"/>
                <a:gd name="connsiteY4" fmla="*/ 959641 h 5671963"/>
                <a:gd name="connsiteX5" fmla="*/ 1187762 w 8657108"/>
                <a:gd name="connsiteY5" fmla="*/ 457564 h 5671963"/>
                <a:gd name="connsiteX6" fmla="*/ 1824573 w 8657108"/>
                <a:gd name="connsiteY6" fmla="*/ 1093902 h 5671963"/>
                <a:gd name="connsiteX7" fmla="*/ 1823091 w 8657108"/>
                <a:gd name="connsiteY7" fmla="*/ 1135328 h 5671963"/>
                <a:gd name="connsiteX8" fmla="*/ 1957162 w 8657108"/>
                <a:gd name="connsiteY8" fmla="*/ 1114625 h 5671963"/>
                <a:gd name="connsiteX9" fmla="*/ 2230879 w 8657108"/>
                <a:gd name="connsiteY9" fmla="*/ 1209424 h 5671963"/>
                <a:gd name="connsiteX10" fmla="*/ 2228517 w 8657108"/>
                <a:gd name="connsiteY10" fmla="*/ 1163569 h 5671963"/>
                <a:gd name="connsiteX11" fmla="*/ 2672564 w 8657108"/>
                <a:gd name="connsiteY11" fmla="*/ 719870 h 5671963"/>
                <a:gd name="connsiteX12" fmla="*/ 2913347 w 8657108"/>
                <a:gd name="connsiteY12" fmla="*/ 791095 h 5671963"/>
                <a:gd name="connsiteX13" fmla="*/ 2898073 w 8657108"/>
                <a:gd name="connsiteY13" fmla="*/ 652687 h 5671963"/>
                <a:gd name="connsiteX14" fmla="*/ 3534884 w 8657108"/>
                <a:gd name="connsiteY14" fmla="*/ 16369 h 5671963"/>
                <a:gd name="connsiteX15" fmla="*/ 4096853 w 8657108"/>
                <a:gd name="connsiteY15" fmla="*/ 353358 h 5671963"/>
                <a:gd name="connsiteX16" fmla="*/ 4531625 w 8657108"/>
                <a:gd name="connsiteY16" fmla="*/ 1 h 5671963"/>
                <a:gd name="connsiteX17" fmla="*/ 4973527 w 8657108"/>
                <a:gd name="connsiteY17" fmla="*/ 401649 h 5671963"/>
                <a:gd name="connsiteX18" fmla="*/ 5184793 w 8657108"/>
                <a:gd name="connsiteY18" fmla="*/ 348294 h 5671963"/>
                <a:gd name="connsiteX19" fmla="*/ 5628840 w 8657108"/>
                <a:gd name="connsiteY19" fmla="*/ 791973 h 5671963"/>
                <a:gd name="connsiteX20" fmla="*/ 5610810 w 8657108"/>
                <a:gd name="connsiteY20" fmla="*/ 916392 h 5671963"/>
                <a:gd name="connsiteX21" fmla="*/ 5835478 w 8657108"/>
                <a:gd name="connsiteY21" fmla="*/ 875533 h 5671963"/>
                <a:gd name="connsiteX22" fmla="*/ 6472288 w 8657108"/>
                <a:gd name="connsiteY22" fmla="*/ 1511852 h 5671963"/>
                <a:gd name="connsiteX23" fmla="*/ 6362311 w 8657108"/>
                <a:gd name="connsiteY23" fmla="*/ 1869326 h 5671963"/>
                <a:gd name="connsiteX24" fmla="*/ 6535126 w 8657108"/>
                <a:gd name="connsiteY24" fmla="*/ 1834475 h 5671963"/>
                <a:gd name="connsiteX25" fmla="*/ 6937040 w 8657108"/>
                <a:gd name="connsiteY25" fmla="*/ 2090529 h 5671963"/>
                <a:gd name="connsiteX26" fmla="*/ 7508650 w 8657108"/>
                <a:gd name="connsiteY26" fmla="*/ 1734736 h 5671963"/>
                <a:gd name="connsiteX27" fmla="*/ 8109825 w 8657108"/>
                <a:gd name="connsiteY27" fmla="*/ 2161272 h 5671963"/>
                <a:gd name="connsiteX28" fmla="*/ 8487152 w 8657108"/>
                <a:gd name="connsiteY28" fmla="*/ 1950555 h 5671963"/>
                <a:gd name="connsiteX29" fmla="*/ 8488357 w 8657108"/>
                <a:gd name="connsiteY29" fmla="*/ 1950676 h 5671963"/>
                <a:gd name="connsiteX30" fmla="*/ 8657108 w 8657108"/>
                <a:gd name="connsiteY30" fmla="*/ 2242963 h 567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57108" h="5671963">
                  <a:moveTo>
                    <a:pt x="2717906" y="5671963"/>
                  </a:moveTo>
                  <a:lnTo>
                    <a:pt x="0" y="964411"/>
                  </a:lnTo>
                  <a:lnTo>
                    <a:pt x="35715" y="934967"/>
                  </a:lnTo>
                  <a:cubicBezTo>
                    <a:pt x="106582" y="887127"/>
                    <a:pt x="192013" y="859194"/>
                    <a:pt x="283970" y="859194"/>
                  </a:cubicBezTo>
                  <a:cubicBezTo>
                    <a:pt x="390766" y="859194"/>
                    <a:pt x="488701" y="896889"/>
                    <a:pt x="565272" y="959641"/>
                  </a:cubicBezTo>
                  <a:cubicBezTo>
                    <a:pt x="626965" y="672693"/>
                    <a:pt x="882161" y="457564"/>
                    <a:pt x="1187762" y="457564"/>
                  </a:cubicBezTo>
                  <a:cubicBezTo>
                    <a:pt x="1539467" y="457563"/>
                    <a:pt x="1824573" y="742444"/>
                    <a:pt x="1824573" y="1093902"/>
                  </a:cubicBezTo>
                  <a:cubicBezTo>
                    <a:pt x="1824573" y="1107832"/>
                    <a:pt x="1823969" y="1121605"/>
                    <a:pt x="1823091" y="1135328"/>
                  </a:cubicBezTo>
                  <a:cubicBezTo>
                    <a:pt x="1865394" y="1121935"/>
                    <a:pt x="1910410" y="1114625"/>
                    <a:pt x="1957162" y="1114625"/>
                  </a:cubicBezTo>
                  <a:cubicBezTo>
                    <a:pt x="2060556" y="1114625"/>
                    <a:pt x="2155431" y="1150214"/>
                    <a:pt x="2230879" y="1209424"/>
                  </a:cubicBezTo>
                  <a:cubicBezTo>
                    <a:pt x="2229330" y="1194350"/>
                    <a:pt x="2228517" y="1179068"/>
                    <a:pt x="2228517" y="1163569"/>
                  </a:cubicBezTo>
                  <a:cubicBezTo>
                    <a:pt x="2228517" y="918508"/>
                    <a:pt x="2427325" y="719870"/>
                    <a:pt x="2672564" y="719870"/>
                  </a:cubicBezTo>
                  <a:cubicBezTo>
                    <a:pt x="2761414" y="719870"/>
                    <a:pt x="2843945" y="746212"/>
                    <a:pt x="2913347" y="791095"/>
                  </a:cubicBezTo>
                  <a:cubicBezTo>
                    <a:pt x="2903467" y="746534"/>
                    <a:pt x="2898073" y="700253"/>
                    <a:pt x="2898073" y="652687"/>
                  </a:cubicBezTo>
                  <a:cubicBezTo>
                    <a:pt x="2898073" y="301229"/>
                    <a:pt x="3183161" y="16369"/>
                    <a:pt x="3534884" y="16369"/>
                  </a:cubicBezTo>
                  <a:cubicBezTo>
                    <a:pt x="3778273" y="16369"/>
                    <a:pt x="3989689" y="152849"/>
                    <a:pt x="4096853" y="353358"/>
                  </a:cubicBezTo>
                  <a:cubicBezTo>
                    <a:pt x="4138617" y="151640"/>
                    <a:pt x="4317393" y="0"/>
                    <a:pt x="4531625" y="1"/>
                  </a:cubicBezTo>
                  <a:cubicBezTo>
                    <a:pt x="4762696" y="1"/>
                    <a:pt x="4952305" y="176329"/>
                    <a:pt x="4973527" y="401649"/>
                  </a:cubicBezTo>
                  <a:cubicBezTo>
                    <a:pt x="5036365" y="367639"/>
                    <a:pt x="5108307" y="348294"/>
                    <a:pt x="5184793" y="348294"/>
                  </a:cubicBezTo>
                  <a:cubicBezTo>
                    <a:pt x="5430052" y="348294"/>
                    <a:pt x="5628840" y="546933"/>
                    <a:pt x="5628840" y="791973"/>
                  </a:cubicBezTo>
                  <a:cubicBezTo>
                    <a:pt x="5628840" y="835213"/>
                    <a:pt x="5622352" y="876884"/>
                    <a:pt x="5610810" y="916392"/>
                  </a:cubicBezTo>
                  <a:cubicBezTo>
                    <a:pt x="5680684" y="890050"/>
                    <a:pt x="5756358" y="875533"/>
                    <a:pt x="5835478" y="875533"/>
                  </a:cubicBezTo>
                  <a:cubicBezTo>
                    <a:pt x="6187201" y="875533"/>
                    <a:pt x="6472288" y="1160414"/>
                    <a:pt x="6472288" y="1511852"/>
                  </a:cubicBezTo>
                  <a:cubicBezTo>
                    <a:pt x="6472288" y="1644443"/>
                    <a:pt x="6431693" y="1767510"/>
                    <a:pt x="6362311" y="1869326"/>
                  </a:cubicBezTo>
                  <a:cubicBezTo>
                    <a:pt x="6415430" y="1846943"/>
                    <a:pt x="6473828" y="1834475"/>
                    <a:pt x="6535126" y="1834475"/>
                  </a:cubicBezTo>
                  <a:cubicBezTo>
                    <a:pt x="6713098" y="1834475"/>
                    <a:pt x="6866202" y="1939409"/>
                    <a:pt x="6937040" y="2090529"/>
                  </a:cubicBezTo>
                  <a:cubicBezTo>
                    <a:pt x="7040839" y="1879718"/>
                    <a:pt x="7257697" y="1734736"/>
                    <a:pt x="7508650" y="1734736"/>
                  </a:cubicBezTo>
                  <a:cubicBezTo>
                    <a:pt x="7786712" y="1734736"/>
                    <a:pt x="8023119" y="1912963"/>
                    <a:pt x="8109825" y="2161272"/>
                  </a:cubicBezTo>
                  <a:cubicBezTo>
                    <a:pt x="8188123" y="2034993"/>
                    <a:pt x="8327627" y="1950555"/>
                    <a:pt x="8487152" y="1950555"/>
                  </a:cubicBezTo>
                  <a:lnTo>
                    <a:pt x="8488357" y="1950676"/>
                  </a:lnTo>
                  <a:lnTo>
                    <a:pt x="8657108" y="2242963"/>
                  </a:lnTo>
                  <a:close/>
                </a:path>
              </a:pathLst>
            </a:custGeom>
            <a:gradFill flip="none" rotWithShape="1">
              <a:gsLst>
                <a:gs pos="50000">
                  <a:schemeClr val="accent3"/>
                </a:gs>
                <a:gs pos="0">
                  <a:schemeClr val="accent2">
                    <a:lumMod val="75000"/>
                  </a:schemeClr>
                </a:gs>
                <a:gs pos="88000">
                  <a:schemeClr val="accent1"/>
                </a:gs>
              </a:gsLst>
              <a:lin ang="810000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896" name="Freeform: Shape 3895">
              <a:extLst>
                <a:ext uri="{FF2B5EF4-FFF2-40B4-BE49-F238E27FC236}">
                  <a16:creationId xmlns:a16="http://schemas.microsoft.com/office/drawing/2014/main" id="{F975FBC9-4884-E741-79E1-FB82CFFFE507}"/>
                </a:ext>
              </a:extLst>
            </p:cNvPr>
            <p:cNvSpPr/>
            <p:nvPr userDrawn="1"/>
          </p:nvSpPr>
          <p:spPr bwMode="auto">
            <a:xfrm flipH="1">
              <a:off x="827123" y="0"/>
              <a:ext cx="2582118" cy="1270538"/>
            </a:xfrm>
            <a:custGeom>
              <a:avLst/>
              <a:gdLst>
                <a:gd name="connsiteX0" fmla="*/ 0 w 2582118"/>
                <a:gd name="connsiteY0" fmla="*/ 0 h 1270538"/>
                <a:gd name="connsiteX1" fmla="*/ 461091 w 2582118"/>
                <a:gd name="connsiteY1" fmla="*/ 0 h 1270538"/>
                <a:gd name="connsiteX2" fmla="*/ 464291 w 2582118"/>
                <a:gd name="connsiteY2" fmla="*/ 63359 h 1270538"/>
                <a:gd name="connsiteX3" fmla="*/ 1291059 w 2582118"/>
                <a:gd name="connsiteY3" fmla="*/ 809447 h 1270538"/>
                <a:gd name="connsiteX4" fmla="*/ 2117827 w 2582118"/>
                <a:gd name="connsiteY4" fmla="*/ 63359 h 1270538"/>
                <a:gd name="connsiteX5" fmla="*/ 2121027 w 2582118"/>
                <a:gd name="connsiteY5" fmla="*/ 0 h 1270538"/>
                <a:gd name="connsiteX6" fmla="*/ 2582118 w 2582118"/>
                <a:gd name="connsiteY6" fmla="*/ 0 h 1270538"/>
                <a:gd name="connsiteX7" fmla="*/ 2576538 w 2582118"/>
                <a:gd name="connsiteY7" fmla="*/ 110503 h 1270538"/>
                <a:gd name="connsiteX8" fmla="*/ 1291059 w 2582118"/>
                <a:gd name="connsiteY8" fmla="*/ 1270538 h 1270538"/>
                <a:gd name="connsiteX9" fmla="*/ 5580 w 2582118"/>
                <a:gd name="connsiteY9" fmla="*/ 110503 h 127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2118" h="1270538">
                  <a:moveTo>
                    <a:pt x="0" y="0"/>
                  </a:moveTo>
                  <a:lnTo>
                    <a:pt x="461091" y="0"/>
                  </a:lnTo>
                  <a:lnTo>
                    <a:pt x="464291" y="63359"/>
                  </a:lnTo>
                  <a:cubicBezTo>
                    <a:pt x="506849" y="482425"/>
                    <a:pt x="860764" y="809447"/>
                    <a:pt x="1291059" y="809447"/>
                  </a:cubicBezTo>
                  <a:cubicBezTo>
                    <a:pt x="1721354" y="809447"/>
                    <a:pt x="2075269" y="482425"/>
                    <a:pt x="2117827" y="63359"/>
                  </a:cubicBezTo>
                  <a:lnTo>
                    <a:pt x="2121027" y="0"/>
                  </a:lnTo>
                  <a:lnTo>
                    <a:pt x="2582118" y="0"/>
                  </a:lnTo>
                  <a:lnTo>
                    <a:pt x="2576538" y="110503"/>
                  </a:lnTo>
                  <a:cubicBezTo>
                    <a:pt x="2510367" y="762078"/>
                    <a:pt x="1960092" y="1270538"/>
                    <a:pt x="1291059" y="1270538"/>
                  </a:cubicBezTo>
                  <a:cubicBezTo>
                    <a:pt x="622026" y="1270538"/>
                    <a:pt x="71751" y="762078"/>
                    <a:pt x="5580" y="11050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753" name="Right Triangle 3752">
              <a:extLst>
                <a:ext uri="{FF2B5EF4-FFF2-40B4-BE49-F238E27FC236}">
                  <a16:creationId xmlns:a16="http://schemas.microsoft.com/office/drawing/2014/main" id="{95EF64BB-9431-9CB6-9000-A4B9E2930BF2}"/>
                </a:ext>
              </a:extLst>
            </p:cNvPr>
            <p:cNvSpPr/>
            <p:nvPr/>
          </p:nvSpPr>
          <p:spPr bwMode="auto">
            <a:xfrm>
              <a:off x="0" y="4971144"/>
              <a:ext cx="1886856" cy="188685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12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754" name="Right Triangle 3753">
              <a:extLst>
                <a:ext uri="{FF2B5EF4-FFF2-40B4-BE49-F238E27FC236}">
                  <a16:creationId xmlns:a16="http://schemas.microsoft.com/office/drawing/2014/main" id="{A9CF47E1-1504-F778-188C-5C25FD88F3EC}"/>
                </a:ext>
              </a:extLst>
            </p:cNvPr>
            <p:cNvSpPr/>
            <p:nvPr/>
          </p:nvSpPr>
          <p:spPr bwMode="auto">
            <a:xfrm>
              <a:off x="1" y="5850953"/>
              <a:ext cx="1007046" cy="100704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12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6753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0B2A9D7-046F-6777-D51C-F0D2A52C8744}"/>
              </a:ext>
            </a:extLst>
          </p:cNvPr>
          <p:cNvGrpSpPr/>
          <p:nvPr userDrawn="1"/>
        </p:nvGrpSpPr>
        <p:grpSpPr>
          <a:xfrm>
            <a:off x="0" y="-275107"/>
            <a:ext cx="13377274" cy="8657108"/>
            <a:chOff x="0" y="-275107"/>
            <a:chExt cx="13377274" cy="8657108"/>
          </a:xfrm>
        </p:grpSpPr>
        <p:sp>
          <p:nvSpPr>
            <p:cNvPr id="119" name="Rectangle 2">
              <a:extLst>
                <a:ext uri="{FF2B5EF4-FFF2-40B4-BE49-F238E27FC236}">
                  <a16:creationId xmlns:a16="http://schemas.microsoft.com/office/drawing/2014/main" id="{0E8D231C-0503-B6DB-2086-E3BC47041C4D}"/>
                </a:ext>
              </a:extLst>
            </p:cNvPr>
            <p:cNvSpPr/>
            <p:nvPr userDrawn="1"/>
          </p:nvSpPr>
          <p:spPr bwMode="auto">
            <a:xfrm flipV="1">
              <a:off x="117656" y="229622"/>
              <a:ext cx="12074343" cy="6398756"/>
            </a:xfrm>
            <a:custGeom>
              <a:avLst/>
              <a:gdLst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4" fmla="*/ 0 w 1580920"/>
                <a:gd name="connsiteY4" fmla="*/ 0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4" fmla="*/ 91440 w 1580920"/>
                <a:gd name="connsiteY4" fmla="*/ 91440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0 w 1580920"/>
                <a:gd name="connsiteY3" fmla="*/ 3373804 h 3373804"/>
                <a:gd name="connsiteX0" fmla="*/ 0 w 1580920"/>
                <a:gd name="connsiteY0" fmla="*/ 0 h 3373804"/>
                <a:gd name="connsiteX1" fmla="*/ 1580920 w 1580920"/>
                <a:gd name="connsiteY1" fmla="*/ 0 h 3373804"/>
                <a:gd name="connsiteX2" fmla="*/ 1580920 w 1580920"/>
                <a:gd name="connsiteY2" fmla="*/ 3373804 h 3373804"/>
                <a:gd name="connsiteX3" fmla="*/ 421852 w 1580920"/>
                <a:gd name="connsiteY3" fmla="*/ 3373804 h 337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0920" h="3373804">
                  <a:moveTo>
                    <a:pt x="0" y="0"/>
                  </a:moveTo>
                  <a:lnTo>
                    <a:pt x="1580920" y="0"/>
                  </a:lnTo>
                  <a:lnTo>
                    <a:pt x="1580920" y="3373804"/>
                  </a:lnTo>
                  <a:lnTo>
                    <a:pt x="421852" y="3373804"/>
                  </a:lnTo>
                </a:path>
              </a:pathLst>
            </a:custGeom>
            <a:noFill/>
            <a:ln w="41275">
              <a:gradFill flip="none" rotWithShape="1">
                <a:gsLst>
                  <a:gs pos="50000">
                    <a:schemeClr val="accent2"/>
                  </a:gs>
                  <a:gs pos="100000">
                    <a:schemeClr val="accent3"/>
                  </a:gs>
                  <a:gs pos="0">
                    <a:schemeClr val="accent1"/>
                  </a:gs>
                </a:gsLst>
                <a:lin ang="18900000" scaled="1"/>
                <a:tileRect/>
              </a:gra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553" name="Freeform: Shape 3552">
              <a:extLst>
                <a:ext uri="{FF2B5EF4-FFF2-40B4-BE49-F238E27FC236}">
                  <a16:creationId xmlns:a16="http://schemas.microsoft.com/office/drawing/2014/main" id="{F93EA385-1BF8-2937-F3CE-DDA966A0DA5E}"/>
                </a:ext>
              </a:extLst>
            </p:cNvPr>
            <p:cNvSpPr/>
            <p:nvPr/>
          </p:nvSpPr>
          <p:spPr>
            <a:xfrm rot="7200000" flipH="1" flipV="1">
              <a:off x="6060306" y="1217465"/>
              <a:ext cx="8657108" cy="5671963"/>
            </a:xfrm>
            <a:custGeom>
              <a:avLst/>
              <a:gdLst>
                <a:gd name="connsiteX0" fmla="*/ 2717906 w 8657108"/>
                <a:gd name="connsiteY0" fmla="*/ 5671963 h 5671963"/>
                <a:gd name="connsiteX1" fmla="*/ 0 w 8657108"/>
                <a:gd name="connsiteY1" fmla="*/ 964411 h 5671963"/>
                <a:gd name="connsiteX2" fmla="*/ 35715 w 8657108"/>
                <a:gd name="connsiteY2" fmla="*/ 934967 h 5671963"/>
                <a:gd name="connsiteX3" fmla="*/ 283970 w 8657108"/>
                <a:gd name="connsiteY3" fmla="*/ 859194 h 5671963"/>
                <a:gd name="connsiteX4" fmla="*/ 565272 w 8657108"/>
                <a:gd name="connsiteY4" fmla="*/ 959641 h 5671963"/>
                <a:gd name="connsiteX5" fmla="*/ 1187762 w 8657108"/>
                <a:gd name="connsiteY5" fmla="*/ 457564 h 5671963"/>
                <a:gd name="connsiteX6" fmla="*/ 1824573 w 8657108"/>
                <a:gd name="connsiteY6" fmla="*/ 1093902 h 5671963"/>
                <a:gd name="connsiteX7" fmla="*/ 1823091 w 8657108"/>
                <a:gd name="connsiteY7" fmla="*/ 1135328 h 5671963"/>
                <a:gd name="connsiteX8" fmla="*/ 1957162 w 8657108"/>
                <a:gd name="connsiteY8" fmla="*/ 1114625 h 5671963"/>
                <a:gd name="connsiteX9" fmla="*/ 2230879 w 8657108"/>
                <a:gd name="connsiteY9" fmla="*/ 1209424 h 5671963"/>
                <a:gd name="connsiteX10" fmla="*/ 2228517 w 8657108"/>
                <a:gd name="connsiteY10" fmla="*/ 1163569 h 5671963"/>
                <a:gd name="connsiteX11" fmla="*/ 2672564 w 8657108"/>
                <a:gd name="connsiteY11" fmla="*/ 719870 h 5671963"/>
                <a:gd name="connsiteX12" fmla="*/ 2913347 w 8657108"/>
                <a:gd name="connsiteY12" fmla="*/ 791095 h 5671963"/>
                <a:gd name="connsiteX13" fmla="*/ 2898073 w 8657108"/>
                <a:gd name="connsiteY13" fmla="*/ 652687 h 5671963"/>
                <a:gd name="connsiteX14" fmla="*/ 3534884 w 8657108"/>
                <a:gd name="connsiteY14" fmla="*/ 16369 h 5671963"/>
                <a:gd name="connsiteX15" fmla="*/ 4096853 w 8657108"/>
                <a:gd name="connsiteY15" fmla="*/ 353358 h 5671963"/>
                <a:gd name="connsiteX16" fmla="*/ 4531625 w 8657108"/>
                <a:gd name="connsiteY16" fmla="*/ 1 h 5671963"/>
                <a:gd name="connsiteX17" fmla="*/ 4973527 w 8657108"/>
                <a:gd name="connsiteY17" fmla="*/ 401649 h 5671963"/>
                <a:gd name="connsiteX18" fmla="*/ 5184793 w 8657108"/>
                <a:gd name="connsiteY18" fmla="*/ 348294 h 5671963"/>
                <a:gd name="connsiteX19" fmla="*/ 5628840 w 8657108"/>
                <a:gd name="connsiteY19" fmla="*/ 791973 h 5671963"/>
                <a:gd name="connsiteX20" fmla="*/ 5610810 w 8657108"/>
                <a:gd name="connsiteY20" fmla="*/ 916392 h 5671963"/>
                <a:gd name="connsiteX21" fmla="*/ 5835478 w 8657108"/>
                <a:gd name="connsiteY21" fmla="*/ 875533 h 5671963"/>
                <a:gd name="connsiteX22" fmla="*/ 6472288 w 8657108"/>
                <a:gd name="connsiteY22" fmla="*/ 1511852 h 5671963"/>
                <a:gd name="connsiteX23" fmla="*/ 6362311 w 8657108"/>
                <a:gd name="connsiteY23" fmla="*/ 1869326 h 5671963"/>
                <a:gd name="connsiteX24" fmla="*/ 6535126 w 8657108"/>
                <a:gd name="connsiteY24" fmla="*/ 1834475 h 5671963"/>
                <a:gd name="connsiteX25" fmla="*/ 6937040 w 8657108"/>
                <a:gd name="connsiteY25" fmla="*/ 2090529 h 5671963"/>
                <a:gd name="connsiteX26" fmla="*/ 7508650 w 8657108"/>
                <a:gd name="connsiteY26" fmla="*/ 1734736 h 5671963"/>
                <a:gd name="connsiteX27" fmla="*/ 8109825 w 8657108"/>
                <a:gd name="connsiteY27" fmla="*/ 2161272 h 5671963"/>
                <a:gd name="connsiteX28" fmla="*/ 8487152 w 8657108"/>
                <a:gd name="connsiteY28" fmla="*/ 1950555 h 5671963"/>
                <a:gd name="connsiteX29" fmla="*/ 8488357 w 8657108"/>
                <a:gd name="connsiteY29" fmla="*/ 1950676 h 5671963"/>
                <a:gd name="connsiteX30" fmla="*/ 8657108 w 8657108"/>
                <a:gd name="connsiteY30" fmla="*/ 2242963 h 567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57108" h="5671963">
                  <a:moveTo>
                    <a:pt x="2717906" y="5671963"/>
                  </a:moveTo>
                  <a:lnTo>
                    <a:pt x="0" y="964411"/>
                  </a:lnTo>
                  <a:lnTo>
                    <a:pt x="35715" y="934967"/>
                  </a:lnTo>
                  <a:cubicBezTo>
                    <a:pt x="106582" y="887127"/>
                    <a:pt x="192013" y="859194"/>
                    <a:pt x="283970" y="859194"/>
                  </a:cubicBezTo>
                  <a:cubicBezTo>
                    <a:pt x="390766" y="859194"/>
                    <a:pt x="488701" y="896889"/>
                    <a:pt x="565272" y="959641"/>
                  </a:cubicBezTo>
                  <a:cubicBezTo>
                    <a:pt x="626965" y="672693"/>
                    <a:pt x="882161" y="457564"/>
                    <a:pt x="1187762" y="457564"/>
                  </a:cubicBezTo>
                  <a:cubicBezTo>
                    <a:pt x="1539467" y="457563"/>
                    <a:pt x="1824573" y="742444"/>
                    <a:pt x="1824573" y="1093902"/>
                  </a:cubicBezTo>
                  <a:cubicBezTo>
                    <a:pt x="1824573" y="1107832"/>
                    <a:pt x="1823969" y="1121605"/>
                    <a:pt x="1823091" y="1135328"/>
                  </a:cubicBezTo>
                  <a:cubicBezTo>
                    <a:pt x="1865394" y="1121935"/>
                    <a:pt x="1910410" y="1114625"/>
                    <a:pt x="1957162" y="1114625"/>
                  </a:cubicBezTo>
                  <a:cubicBezTo>
                    <a:pt x="2060556" y="1114625"/>
                    <a:pt x="2155431" y="1150214"/>
                    <a:pt x="2230879" y="1209424"/>
                  </a:cubicBezTo>
                  <a:cubicBezTo>
                    <a:pt x="2229330" y="1194350"/>
                    <a:pt x="2228517" y="1179068"/>
                    <a:pt x="2228517" y="1163569"/>
                  </a:cubicBezTo>
                  <a:cubicBezTo>
                    <a:pt x="2228517" y="918508"/>
                    <a:pt x="2427325" y="719870"/>
                    <a:pt x="2672564" y="719870"/>
                  </a:cubicBezTo>
                  <a:cubicBezTo>
                    <a:pt x="2761414" y="719870"/>
                    <a:pt x="2843945" y="746212"/>
                    <a:pt x="2913347" y="791095"/>
                  </a:cubicBezTo>
                  <a:cubicBezTo>
                    <a:pt x="2903467" y="746534"/>
                    <a:pt x="2898073" y="700253"/>
                    <a:pt x="2898073" y="652687"/>
                  </a:cubicBezTo>
                  <a:cubicBezTo>
                    <a:pt x="2898073" y="301229"/>
                    <a:pt x="3183161" y="16369"/>
                    <a:pt x="3534884" y="16369"/>
                  </a:cubicBezTo>
                  <a:cubicBezTo>
                    <a:pt x="3778273" y="16369"/>
                    <a:pt x="3989689" y="152849"/>
                    <a:pt x="4096853" y="353358"/>
                  </a:cubicBezTo>
                  <a:cubicBezTo>
                    <a:pt x="4138617" y="151640"/>
                    <a:pt x="4317393" y="0"/>
                    <a:pt x="4531625" y="1"/>
                  </a:cubicBezTo>
                  <a:cubicBezTo>
                    <a:pt x="4762696" y="1"/>
                    <a:pt x="4952305" y="176329"/>
                    <a:pt x="4973527" y="401649"/>
                  </a:cubicBezTo>
                  <a:cubicBezTo>
                    <a:pt x="5036365" y="367639"/>
                    <a:pt x="5108307" y="348294"/>
                    <a:pt x="5184793" y="348294"/>
                  </a:cubicBezTo>
                  <a:cubicBezTo>
                    <a:pt x="5430052" y="348294"/>
                    <a:pt x="5628840" y="546933"/>
                    <a:pt x="5628840" y="791973"/>
                  </a:cubicBezTo>
                  <a:cubicBezTo>
                    <a:pt x="5628840" y="835213"/>
                    <a:pt x="5622352" y="876884"/>
                    <a:pt x="5610810" y="916392"/>
                  </a:cubicBezTo>
                  <a:cubicBezTo>
                    <a:pt x="5680684" y="890050"/>
                    <a:pt x="5756358" y="875533"/>
                    <a:pt x="5835478" y="875533"/>
                  </a:cubicBezTo>
                  <a:cubicBezTo>
                    <a:pt x="6187201" y="875533"/>
                    <a:pt x="6472288" y="1160414"/>
                    <a:pt x="6472288" y="1511852"/>
                  </a:cubicBezTo>
                  <a:cubicBezTo>
                    <a:pt x="6472288" y="1644443"/>
                    <a:pt x="6431693" y="1767510"/>
                    <a:pt x="6362311" y="1869326"/>
                  </a:cubicBezTo>
                  <a:cubicBezTo>
                    <a:pt x="6415430" y="1846943"/>
                    <a:pt x="6473828" y="1834475"/>
                    <a:pt x="6535126" y="1834475"/>
                  </a:cubicBezTo>
                  <a:cubicBezTo>
                    <a:pt x="6713098" y="1834475"/>
                    <a:pt x="6866202" y="1939409"/>
                    <a:pt x="6937040" y="2090529"/>
                  </a:cubicBezTo>
                  <a:cubicBezTo>
                    <a:pt x="7040839" y="1879718"/>
                    <a:pt x="7257697" y="1734736"/>
                    <a:pt x="7508650" y="1734736"/>
                  </a:cubicBezTo>
                  <a:cubicBezTo>
                    <a:pt x="7786712" y="1734736"/>
                    <a:pt x="8023119" y="1912963"/>
                    <a:pt x="8109825" y="2161272"/>
                  </a:cubicBezTo>
                  <a:cubicBezTo>
                    <a:pt x="8188123" y="2034993"/>
                    <a:pt x="8327627" y="1950555"/>
                    <a:pt x="8487152" y="1950555"/>
                  </a:cubicBezTo>
                  <a:lnTo>
                    <a:pt x="8488357" y="1950676"/>
                  </a:lnTo>
                  <a:lnTo>
                    <a:pt x="8657108" y="224296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56000">
                  <a:schemeClr val="accent3"/>
                </a:gs>
              </a:gsLst>
              <a:lin ang="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552" name="Freeform: Shape 3551">
              <a:extLst>
                <a:ext uri="{FF2B5EF4-FFF2-40B4-BE49-F238E27FC236}">
                  <a16:creationId xmlns:a16="http://schemas.microsoft.com/office/drawing/2014/main" id="{575B5D4F-9D57-59A8-F723-0501A6373779}"/>
                </a:ext>
              </a:extLst>
            </p:cNvPr>
            <p:cNvSpPr/>
            <p:nvPr/>
          </p:nvSpPr>
          <p:spPr>
            <a:xfrm rot="7200000" flipH="1" flipV="1">
              <a:off x="6212739" y="1217465"/>
              <a:ext cx="8657108" cy="5671963"/>
            </a:xfrm>
            <a:custGeom>
              <a:avLst/>
              <a:gdLst>
                <a:gd name="connsiteX0" fmla="*/ 2717906 w 8657108"/>
                <a:gd name="connsiteY0" fmla="*/ 5671963 h 5671963"/>
                <a:gd name="connsiteX1" fmla="*/ 0 w 8657108"/>
                <a:gd name="connsiteY1" fmla="*/ 964411 h 5671963"/>
                <a:gd name="connsiteX2" fmla="*/ 35715 w 8657108"/>
                <a:gd name="connsiteY2" fmla="*/ 934967 h 5671963"/>
                <a:gd name="connsiteX3" fmla="*/ 283970 w 8657108"/>
                <a:gd name="connsiteY3" fmla="*/ 859194 h 5671963"/>
                <a:gd name="connsiteX4" fmla="*/ 565272 w 8657108"/>
                <a:gd name="connsiteY4" fmla="*/ 959641 h 5671963"/>
                <a:gd name="connsiteX5" fmla="*/ 1187762 w 8657108"/>
                <a:gd name="connsiteY5" fmla="*/ 457564 h 5671963"/>
                <a:gd name="connsiteX6" fmla="*/ 1824573 w 8657108"/>
                <a:gd name="connsiteY6" fmla="*/ 1093902 h 5671963"/>
                <a:gd name="connsiteX7" fmla="*/ 1823091 w 8657108"/>
                <a:gd name="connsiteY7" fmla="*/ 1135328 h 5671963"/>
                <a:gd name="connsiteX8" fmla="*/ 1957162 w 8657108"/>
                <a:gd name="connsiteY8" fmla="*/ 1114625 h 5671963"/>
                <a:gd name="connsiteX9" fmla="*/ 2230879 w 8657108"/>
                <a:gd name="connsiteY9" fmla="*/ 1209424 h 5671963"/>
                <a:gd name="connsiteX10" fmla="*/ 2228517 w 8657108"/>
                <a:gd name="connsiteY10" fmla="*/ 1163569 h 5671963"/>
                <a:gd name="connsiteX11" fmla="*/ 2672564 w 8657108"/>
                <a:gd name="connsiteY11" fmla="*/ 719870 h 5671963"/>
                <a:gd name="connsiteX12" fmla="*/ 2913347 w 8657108"/>
                <a:gd name="connsiteY12" fmla="*/ 791095 h 5671963"/>
                <a:gd name="connsiteX13" fmla="*/ 2898073 w 8657108"/>
                <a:gd name="connsiteY13" fmla="*/ 652687 h 5671963"/>
                <a:gd name="connsiteX14" fmla="*/ 3534884 w 8657108"/>
                <a:gd name="connsiteY14" fmla="*/ 16369 h 5671963"/>
                <a:gd name="connsiteX15" fmla="*/ 4096853 w 8657108"/>
                <a:gd name="connsiteY15" fmla="*/ 353358 h 5671963"/>
                <a:gd name="connsiteX16" fmla="*/ 4531625 w 8657108"/>
                <a:gd name="connsiteY16" fmla="*/ 1 h 5671963"/>
                <a:gd name="connsiteX17" fmla="*/ 4973527 w 8657108"/>
                <a:gd name="connsiteY17" fmla="*/ 401649 h 5671963"/>
                <a:gd name="connsiteX18" fmla="*/ 5184793 w 8657108"/>
                <a:gd name="connsiteY18" fmla="*/ 348294 h 5671963"/>
                <a:gd name="connsiteX19" fmla="*/ 5628840 w 8657108"/>
                <a:gd name="connsiteY19" fmla="*/ 791973 h 5671963"/>
                <a:gd name="connsiteX20" fmla="*/ 5610810 w 8657108"/>
                <a:gd name="connsiteY20" fmla="*/ 916392 h 5671963"/>
                <a:gd name="connsiteX21" fmla="*/ 5835478 w 8657108"/>
                <a:gd name="connsiteY21" fmla="*/ 875533 h 5671963"/>
                <a:gd name="connsiteX22" fmla="*/ 6472288 w 8657108"/>
                <a:gd name="connsiteY22" fmla="*/ 1511852 h 5671963"/>
                <a:gd name="connsiteX23" fmla="*/ 6362311 w 8657108"/>
                <a:gd name="connsiteY23" fmla="*/ 1869326 h 5671963"/>
                <a:gd name="connsiteX24" fmla="*/ 6535126 w 8657108"/>
                <a:gd name="connsiteY24" fmla="*/ 1834475 h 5671963"/>
                <a:gd name="connsiteX25" fmla="*/ 6937040 w 8657108"/>
                <a:gd name="connsiteY25" fmla="*/ 2090529 h 5671963"/>
                <a:gd name="connsiteX26" fmla="*/ 7508650 w 8657108"/>
                <a:gd name="connsiteY26" fmla="*/ 1734736 h 5671963"/>
                <a:gd name="connsiteX27" fmla="*/ 8109825 w 8657108"/>
                <a:gd name="connsiteY27" fmla="*/ 2161272 h 5671963"/>
                <a:gd name="connsiteX28" fmla="*/ 8487152 w 8657108"/>
                <a:gd name="connsiteY28" fmla="*/ 1950555 h 5671963"/>
                <a:gd name="connsiteX29" fmla="*/ 8488357 w 8657108"/>
                <a:gd name="connsiteY29" fmla="*/ 1950676 h 5671963"/>
                <a:gd name="connsiteX30" fmla="*/ 8657108 w 8657108"/>
                <a:gd name="connsiteY30" fmla="*/ 2242963 h 567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657108" h="5671963">
                  <a:moveTo>
                    <a:pt x="2717906" y="5671963"/>
                  </a:moveTo>
                  <a:lnTo>
                    <a:pt x="0" y="964411"/>
                  </a:lnTo>
                  <a:lnTo>
                    <a:pt x="35715" y="934967"/>
                  </a:lnTo>
                  <a:cubicBezTo>
                    <a:pt x="106582" y="887127"/>
                    <a:pt x="192013" y="859194"/>
                    <a:pt x="283970" y="859194"/>
                  </a:cubicBezTo>
                  <a:cubicBezTo>
                    <a:pt x="390766" y="859194"/>
                    <a:pt x="488701" y="896889"/>
                    <a:pt x="565272" y="959641"/>
                  </a:cubicBezTo>
                  <a:cubicBezTo>
                    <a:pt x="626965" y="672693"/>
                    <a:pt x="882161" y="457564"/>
                    <a:pt x="1187762" y="457564"/>
                  </a:cubicBezTo>
                  <a:cubicBezTo>
                    <a:pt x="1539467" y="457563"/>
                    <a:pt x="1824573" y="742444"/>
                    <a:pt x="1824573" y="1093902"/>
                  </a:cubicBezTo>
                  <a:cubicBezTo>
                    <a:pt x="1824573" y="1107832"/>
                    <a:pt x="1823969" y="1121605"/>
                    <a:pt x="1823091" y="1135328"/>
                  </a:cubicBezTo>
                  <a:cubicBezTo>
                    <a:pt x="1865394" y="1121935"/>
                    <a:pt x="1910410" y="1114625"/>
                    <a:pt x="1957162" y="1114625"/>
                  </a:cubicBezTo>
                  <a:cubicBezTo>
                    <a:pt x="2060556" y="1114625"/>
                    <a:pt x="2155431" y="1150214"/>
                    <a:pt x="2230879" y="1209424"/>
                  </a:cubicBezTo>
                  <a:cubicBezTo>
                    <a:pt x="2229330" y="1194350"/>
                    <a:pt x="2228517" y="1179068"/>
                    <a:pt x="2228517" y="1163569"/>
                  </a:cubicBezTo>
                  <a:cubicBezTo>
                    <a:pt x="2228517" y="918508"/>
                    <a:pt x="2427325" y="719870"/>
                    <a:pt x="2672564" y="719870"/>
                  </a:cubicBezTo>
                  <a:cubicBezTo>
                    <a:pt x="2761414" y="719870"/>
                    <a:pt x="2843945" y="746212"/>
                    <a:pt x="2913347" y="791095"/>
                  </a:cubicBezTo>
                  <a:cubicBezTo>
                    <a:pt x="2903467" y="746534"/>
                    <a:pt x="2898073" y="700253"/>
                    <a:pt x="2898073" y="652687"/>
                  </a:cubicBezTo>
                  <a:cubicBezTo>
                    <a:pt x="2898073" y="301229"/>
                    <a:pt x="3183161" y="16369"/>
                    <a:pt x="3534884" y="16369"/>
                  </a:cubicBezTo>
                  <a:cubicBezTo>
                    <a:pt x="3778273" y="16369"/>
                    <a:pt x="3989689" y="152849"/>
                    <a:pt x="4096853" y="353358"/>
                  </a:cubicBezTo>
                  <a:cubicBezTo>
                    <a:pt x="4138617" y="151640"/>
                    <a:pt x="4317393" y="0"/>
                    <a:pt x="4531625" y="1"/>
                  </a:cubicBezTo>
                  <a:cubicBezTo>
                    <a:pt x="4762696" y="1"/>
                    <a:pt x="4952305" y="176329"/>
                    <a:pt x="4973527" y="401649"/>
                  </a:cubicBezTo>
                  <a:cubicBezTo>
                    <a:pt x="5036365" y="367639"/>
                    <a:pt x="5108307" y="348294"/>
                    <a:pt x="5184793" y="348294"/>
                  </a:cubicBezTo>
                  <a:cubicBezTo>
                    <a:pt x="5430052" y="348294"/>
                    <a:pt x="5628840" y="546933"/>
                    <a:pt x="5628840" y="791973"/>
                  </a:cubicBezTo>
                  <a:cubicBezTo>
                    <a:pt x="5628840" y="835213"/>
                    <a:pt x="5622352" y="876884"/>
                    <a:pt x="5610810" y="916392"/>
                  </a:cubicBezTo>
                  <a:cubicBezTo>
                    <a:pt x="5680684" y="890050"/>
                    <a:pt x="5756358" y="875533"/>
                    <a:pt x="5835478" y="875533"/>
                  </a:cubicBezTo>
                  <a:cubicBezTo>
                    <a:pt x="6187201" y="875533"/>
                    <a:pt x="6472288" y="1160414"/>
                    <a:pt x="6472288" y="1511852"/>
                  </a:cubicBezTo>
                  <a:cubicBezTo>
                    <a:pt x="6472288" y="1644443"/>
                    <a:pt x="6431693" y="1767510"/>
                    <a:pt x="6362311" y="1869326"/>
                  </a:cubicBezTo>
                  <a:cubicBezTo>
                    <a:pt x="6415430" y="1846943"/>
                    <a:pt x="6473828" y="1834475"/>
                    <a:pt x="6535126" y="1834475"/>
                  </a:cubicBezTo>
                  <a:cubicBezTo>
                    <a:pt x="6713098" y="1834475"/>
                    <a:pt x="6866202" y="1939409"/>
                    <a:pt x="6937040" y="2090529"/>
                  </a:cubicBezTo>
                  <a:cubicBezTo>
                    <a:pt x="7040839" y="1879718"/>
                    <a:pt x="7257697" y="1734736"/>
                    <a:pt x="7508650" y="1734736"/>
                  </a:cubicBezTo>
                  <a:cubicBezTo>
                    <a:pt x="7786712" y="1734736"/>
                    <a:pt x="8023119" y="1912963"/>
                    <a:pt x="8109825" y="2161272"/>
                  </a:cubicBezTo>
                  <a:cubicBezTo>
                    <a:pt x="8188123" y="2034993"/>
                    <a:pt x="8327627" y="1950555"/>
                    <a:pt x="8487152" y="1950555"/>
                  </a:cubicBezTo>
                  <a:lnTo>
                    <a:pt x="8488357" y="1950676"/>
                  </a:lnTo>
                  <a:lnTo>
                    <a:pt x="8657108" y="2242963"/>
                  </a:lnTo>
                  <a:close/>
                </a:path>
              </a:pathLst>
            </a:custGeom>
            <a:gradFill flip="none" rotWithShape="1">
              <a:gsLst>
                <a:gs pos="50000">
                  <a:schemeClr val="accent3"/>
                </a:gs>
                <a:gs pos="0">
                  <a:schemeClr val="accent2">
                    <a:lumMod val="75000"/>
                  </a:schemeClr>
                </a:gs>
                <a:gs pos="88000">
                  <a:schemeClr val="accent1"/>
                </a:gs>
              </a:gsLst>
              <a:lin ang="8100000" scaled="1"/>
              <a:tileRect/>
            </a:gra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896" name="Freeform: Shape 3895">
              <a:extLst>
                <a:ext uri="{FF2B5EF4-FFF2-40B4-BE49-F238E27FC236}">
                  <a16:creationId xmlns:a16="http://schemas.microsoft.com/office/drawing/2014/main" id="{F975FBC9-4884-E741-79E1-FB82CFFFE507}"/>
                </a:ext>
              </a:extLst>
            </p:cNvPr>
            <p:cNvSpPr/>
            <p:nvPr userDrawn="1"/>
          </p:nvSpPr>
          <p:spPr bwMode="auto">
            <a:xfrm flipH="1">
              <a:off x="827123" y="0"/>
              <a:ext cx="2582118" cy="1270538"/>
            </a:xfrm>
            <a:custGeom>
              <a:avLst/>
              <a:gdLst>
                <a:gd name="connsiteX0" fmla="*/ 0 w 2582118"/>
                <a:gd name="connsiteY0" fmla="*/ 0 h 1270538"/>
                <a:gd name="connsiteX1" fmla="*/ 461091 w 2582118"/>
                <a:gd name="connsiteY1" fmla="*/ 0 h 1270538"/>
                <a:gd name="connsiteX2" fmla="*/ 464291 w 2582118"/>
                <a:gd name="connsiteY2" fmla="*/ 63359 h 1270538"/>
                <a:gd name="connsiteX3" fmla="*/ 1291059 w 2582118"/>
                <a:gd name="connsiteY3" fmla="*/ 809447 h 1270538"/>
                <a:gd name="connsiteX4" fmla="*/ 2117827 w 2582118"/>
                <a:gd name="connsiteY4" fmla="*/ 63359 h 1270538"/>
                <a:gd name="connsiteX5" fmla="*/ 2121027 w 2582118"/>
                <a:gd name="connsiteY5" fmla="*/ 0 h 1270538"/>
                <a:gd name="connsiteX6" fmla="*/ 2582118 w 2582118"/>
                <a:gd name="connsiteY6" fmla="*/ 0 h 1270538"/>
                <a:gd name="connsiteX7" fmla="*/ 2576538 w 2582118"/>
                <a:gd name="connsiteY7" fmla="*/ 110503 h 1270538"/>
                <a:gd name="connsiteX8" fmla="*/ 1291059 w 2582118"/>
                <a:gd name="connsiteY8" fmla="*/ 1270538 h 1270538"/>
                <a:gd name="connsiteX9" fmla="*/ 5580 w 2582118"/>
                <a:gd name="connsiteY9" fmla="*/ 110503 h 127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82118" h="1270538">
                  <a:moveTo>
                    <a:pt x="0" y="0"/>
                  </a:moveTo>
                  <a:lnTo>
                    <a:pt x="461091" y="0"/>
                  </a:lnTo>
                  <a:lnTo>
                    <a:pt x="464291" y="63359"/>
                  </a:lnTo>
                  <a:cubicBezTo>
                    <a:pt x="506849" y="482425"/>
                    <a:pt x="860764" y="809447"/>
                    <a:pt x="1291059" y="809447"/>
                  </a:cubicBezTo>
                  <a:cubicBezTo>
                    <a:pt x="1721354" y="809447"/>
                    <a:pt x="2075269" y="482425"/>
                    <a:pt x="2117827" y="63359"/>
                  </a:cubicBezTo>
                  <a:lnTo>
                    <a:pt x="2121027" y="0"/>
                  </a:lnTo>
                  <a:lnTo>
                    <a:pt x="2582118" y="0"/>
                  </a:lnTo>
                  <a:lnTo>
                    <a:pt x="2576538" y="110503"/>
                  </a:lnTo>
                  <a:cubicBezTo>
                    <a:pt x="2510367" y="762078"/>
                    <a:pt x="1960092" y="1270538"/>
                    <a:pt x="1291059" y="1270538"/>
                  </a:cubicBezTo>
                  <a:cubicBezTo>
                    <a:pt x="622026" y="1270538"/>
                    <a:pt x="71751" y="762078"/>
                    <a:pt x="5580" y="11050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753" name="Right Triangle 3752">
              <a:extLst>
                <a:ext uri="{FF2B5EF4-FFF2-40B4-BE49-F238E27FC236}">
                  <a16:creationId xmlns:a16="http://schemas.microsoft.com/office/drawing/2014/main" id="{95EF64BB-9431-9CB6-9000-A4B9E2930BF2}"/>
                </a:ext>
              </a:extLst>
            </p:cNvPr>
            <p:cNvSpPr/>
            <p:nvPr/>
          </p:nvSpPr>
          <p:spPr bwMode="auto">
            <a:xfrm>
              <a:off x="0" y="4971144"/>
              <a:ext cx="1886856" cy="188685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12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754" name="Right Triangle 3753">
              <a:extLst>
                <a:ext uri="{FF2B5EF4-FFF2-40B4-BE49-F238E27FC236}">
                  <a16:creationId xmlns:a16="http://schemas.microsoft.com/office/drawing/2014/main" id="{A9CF47E1-1504-F778-188C-5C25FD88F3EC}"/>
                </a:ext>
              </a:extLst>
            </p:cNvPr>
            <p:cNvSpPr/>
            <p:nvPr/>
          </p:nvSpPr>
          <p:spPr bwMode="auto">
            <a:xfrm>
              <a:off x="1" y="5850953"/>
              <a:ext cx="1007046" cy="100704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12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31D68E8-DE85-61D0-1419-8D522F4CC1DD}"/>
              </a:ext>
            </a:extLst>
          </p:cNvPr>
          <p:cNvSpPr txBox="1"/>
          <p:nvPr userDrawn="1"/>
        </p:nvSpPr>
        <p:spPr>
          <a:xfrm>
            <a:off x="1160487" y="5807233"/>
            <a:ext cx="5632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n-lt"/>
              </a:rPr>
              <a:t>Attribution: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The presentation template is designed by </a:t>
            </a:r>
            <a:r>
              <a:rPr lang="en-US" sz="2400" b="1" dirty="0" err="1">
                <a:solidFill>
                  <a:schemeClr val="tx1"/>
                </a:solidFill>
                <a:latin typeface="+mn-lt"/>
              </a:rPr>
              <a:t>SketchBubble.com</a:t>
            </a:r>
            <a:endParaRPr lang="en-US" sz="24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77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Inclusive Sans" pitchFamily="2" charset="0"/>
              </a:defRPr>
            </a:lvl1pPr>
          </a:lstStyle>
          <a:p>
            <a:fld id="{55ED228B-CD6F-4D93-A075-1E2773C93620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nclusive Sans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Inclusive Sans" pitchFamily="2" charset="0"/>
              </a:defRPr>
            </a:lvl1pPr>
          </a:lstStyle>
          <a:p>
            <a:fld id="{E0142D3E-FA9B-4295-ADA1-4DDAF2079E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34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  <p:sldLayoutId id="2147483686" r:id="rId3"/>
    <p:sldLayoutId id="2147483687" r:id="rId4"/>
    <p:sldLayoutId id="2147483684" r:id="rId5"/>
    <p:sldLayoutId id="2147483688" r:id="rId6"/>
    <p:sldLayoutId id="214748369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nclusive Sans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nclusive Sans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clusive 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clusive Sans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clusive Sans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clusive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4" name="Oval 3563">
            <a:extLst>
              <a:ext uri="{FF2B5EF4-FFF2-40B4-BE49-F238E27FC236}">
                <a16:creationId xmlns:a16="http://schemas.microsoft.com/office/drawing/2014/main" id="{E8F6F662-5B7B-609B-2216-7DFCC978702F}"/>
              </a:ext>
            </a:extLst>
          </p:cNvPr>
          <p:cNvSpPr/>
          <p:nvPr/>
        </p:nvSpPr>
        <p:spPr bwMode="auto">
          <a:xfrm>
            <a:off x="1083920" y="6294343"/>
            <a:ext cx="2644753" cy="129754"/>
          </a:xfrm>
          <a:prstGeom prst="ellipse">
            <a:avLst/>
          </a:prstGeom>
          <a:solidFill>
            <a:schemeClr val="tx1">
              <a:lumMod val="85000"/>
              <a:lumOff val="15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Inclusive Sans" pitchFamily="2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6B81536-A248-3A52-CB05-55BF80D73F3E}"/>
              </a:ext>
            </a:extLst>
          </p:cNvPr>
          <p:cNvSpPr/>
          <p:nvPr/>
        </p:nvSpPr>
        <p:spPr>
          <a:xfrm>
            <a:off x="1595400" y="2047951"/>
            <a:ext cx="70299" cy="160902"/>
          </a:xfrm>
          <a:custGeom>
            <a:avLst/>
            <a:gdLst>
              <a:gd name="connsiteX0" fmla="*/ 8981 w 53301"/>
              <a:gd name="connsiteY0" fmla="*/ 0 h 121997"/>
              <a:gd name="connsiteX1" fmla="*/ 44320 w 53301"/>
              <a:gd name="connsiteY1" fmla="*/ 0 h 121997"/>
              <a:gd name="connsiteX2" fmla="*/ 53301 w 53301"/>
              <a:gd name="connsiteY2" fmla="*/ 8981 h 121997"/>
              <a:gd name="connsiteX3" fmla="*/ 53301 w 53301"/>
              <a:gd name="connsiteY3" fmla="*/ 113017 h 121997"/>
              <a:gd name="connsiteX4" fmla="*/ 44320 w 53301"/>
              <a:gd name="connsiteY4" fmla="*/ 121998 h 121997"/>
              <a:gd name="connsiteX5" fmla="*/ 8981 w 53301"/>
              <a:gd name="connsiteY5" fmla="*/ 121998 h 121997"/>
              <a:gd name="connsiteX6" fmla="*/ 0 w 53301"/>
              <a:gd name="connsiteY6" fmla="*/ 113017 h 121997"/>
              <a:gd name="connsiteX7" fmla="*/ 0 w 53301"/>
              <a:gd name="connsiteY7" fmla="*/ 8981 h 121997"/>
              <a:gd name="connsiteX8" fmla="*/ 8981 w 53301"/>
              <a:gd name="connsiteY8" fmla="*/ 0 h 121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1" h="121997">
                <a:moveTo>
                  <a:pt x="8981" y="0"/>
                </a:moveTo>
                <a:lnTo>
                  <a:pt x="44320" y="0"/>
                </a:lnTo>
                <a:cubicBezTo>
                  <a:pt x="49219" y="0"/>
                  <a:pt x="53301" y="3966"/>
                  <a:pt x="53301" y="8981"/>
                </a:cubicBezTo>
                <a:lnTo>
                  <a:pt x="53301" y="113017"/>
                </a:lnTo>
                <a:cubicBezTo>
                  <a:pt x="53301" y="117916"/>
                  <a:pt x="49336" y="121998"/>
                  <a:pt x="44320" y="121998"/>
                </a:cubicBezTo>
                <a:lnTo>
                  <a:pt x="8981" y="121998"/>
                </a:lnTo>
                <a:cubicBezTo>
                  <a:pt x="4082" y="121998"/>
                  <a:pt x="0" y="118032"/>
                  <a:pt x="0" y="113017"/>
                </a:cubicBezTo>
                <a:lnTo>
                  <a:pt x="0" y="8981"/>
                </a:lnTo>
                <a:cubicBezTo>
                  <a:pt x="0" y="4082"/>
                  <a:pt x="3966" y="0"/>
                  <a:pt x="8981" y="0"/>
                </a:cubicBezTo>
                <a:close/>
              </a:path>
            </a:pathLst>
          </a:custGeom>
          <a:solidFill>
            <a:srgbClr val="0C101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>
              <a:latin typeface="Inclusive Sans" pitchFamily="2" charset="0"/>
            </a:endParaRPr>
          </a:p>
        </p:txBody>
      </p:sp>
      <p:sp>
        <p:nvSpPr>
          <p:cNvPr id="3673" name="Freeform: Shape 3672">
            <a:extLst>
              <a:ext uri="{FF2B5EF4-FFF2-40B4-BE49-F238E27FC236}">
                <a16:creationId xmlns:a16="http://schemas.microsoft.com/office/drawing/2014/main" id="{DE5114CC-8A7D-B89C-57DB-B14939F2D442}"/>
              </a:ext>
            </a:extLst>
          </p:cNvPr>
          <p:cNvSpPr/>
          <p:nvPr/>
        </p:nvSpPr>
        <p:spPr>
          <a:xfrm>
            <a:off x="1564663" y="2079947"/>
            <a:ext cx="233708" cy="233707"/>
          </a:xfrm>
          <a:custGeom>
            <a:avLst/>
            <a:gdLst>
              <a:gd name="connsiteX0" fmla="*/ 334423 w 334423"/>
              <a:gd name="connsiteY0" fmla="*/ 167212 h 334422"/>
              <a:gd name="connsiteX1" fmla="*/ 298570 w 334423"/>
              <a:gd name="connsiteY1" fmla="*/ 270685 h 334422"/>
              <a:gd name="connsiteX2" fmla="*/ 167212 w 334423"/>
              <a:gd name="connsiteY2" fmla="*/ 334422 h 334422"/>
              <a:gd name="connsiteX3" fmla="*/ 35853 w 334423"/>
              <a:gd name="connsiteY3" fmla="*/ 270685 h 334422"/>
              <a:gd name="connsiteX4" fmla="*/ 0 w 334423"/>
              <a:gd name="connsiteY4" fmla="*/ 167212 h 334422"/>
              <a:gd name="connsiteX5" fmla="*/ 167212 w 334423"/>
              <a:gd name="connsiteY5" fmla="*/ 0 h 334422"/>
              <a:gd name="connsiteX6" fmla="*/ 334423 w 334423"/>
              <a:gd name="connsiteY6" fmla="*/ 167212 h 33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4423" h="334422">
                <a:moveTo>
                  <a:pt x="334423" y="167212"/>
                </a:moveTo>
                <a:cubicBezTo>
                  <a:pt x="334423" y="206309"/>
                  <a:pt x="321050" y="242211"/>
                  <a:pt x="298570" y="270685"/>
                </a:cubicBezTo>
                <a:cubicBezTo>
                  <a:pt x="267928" y="309488"/>
                  <a:pt x="220471" y="334422"/>
                  <a:pt x="167212" y="334422"/>
                </a:cubicBezTo>
                <a:cubicBezTo>
                  <a:pt x="113952" y="334422"/>
                  <a:pt x="66495" y="309488"/>
                  <a:pt x="35853" y="270685"/>
                </a:cubicBezTo>
                <a:cubicBezTo>
                  <a:pt x="13373" y="242211"/>
                  <a:pt x="0" y="206309"/>
                  <a:pt x="0" y="167212"/>
                </a:cubicBezTo>
                <a:cubicBezTo>
                  <a:pt x="0" y="74852"/>
                  <a:pt x="74848" y="0"/>
                  <a:pt x="167212" y="0"/>
                </a:cubicBezTo>
                <a:cubicBezTo>
                  <a:pt x="259575" y="1"/>
                  <a:pt x="334423" y="74852"/>
                  <a:pt x="334423" y="167212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3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3674" name="Freeform: Shape 3673">
            <a:extLst>
              <a:ext uri="{FF2B5EF4-FFF2-40B4-BE49-F238E27FC236}">
                <a16:creationId xmlns:a16="http://schemas.microsoft.com/office/drawing/2014/main" id="{05E91363-7DE2-4EDA-EB1C-B4AF3DA2712E}"/>
              </a:ext>
            </a:extLst>
          </p:cNvPr>
          <p:cNvSpPr/>
          <p:nvPr/>
        </p:nvSpPr>
        <p:spPr>
          <a:xfrm>
            <a:off x="1589797" y="2117847"/>
            <a:ext cx="183593" cy="195901"/>
          </a:xfrm>
          <a:custGeom>
            <a:avLst/>
            <a:gdLst>
              <a:gd name="connsiteX0" fmla="*/ 36329 w 145026"/>
              <a:gd name="connsiteY0" fmla="*/ 66569 h 154747"/>
              <a:gd name="connsiteX1" fmla="*/ 72513 w 145026"/>
              <a:gd name="connsiteY1" fmla="*/ 84161 h 154747"/>
              <a:gd name="connsiteX2" fmla="*/ 108706 w 145026"/>
              <a:gd name="connsiteY2" fmla="*/ 66569 h 154747"/>
              <a:gd name="connsiteX3" fmla="*/ 145026 w 145026"/>
              <a:gd name="connsiteY3" fmla="*/ 119562 h 154747"/>
              <a:gd name="connsiteX4" fmla="*/ 72513 w 145026"/>
              <a:gd name="connsiteY4" fmla="*/ 154747 h 154747"/>
              <a:gd name="connsiteX5" fmla="*/ 0 w 145026"/>
              <a:gd name="connsiteY5" fmla="*/ 119562 h 154747"/>
              <a:gd name="connsiteX6" fmla="*/ 36329 w 145026"/>
              <a:gd name="connsiteY6" fmla="*/ 66569 h 154747"/>
              <a:gd name="connsiteX7" fmla="*/ 72513 w 145026"/>
              <a:gd name="connsiteY7" fmla="*/ 0 h 154747"/>
              <a:gd name="connsiteX8" fmla="*/ 110523 w 145026"/>
              <a:gd name="connsiteY8" fmla="*/ 38008 h 154747"/>
              <a:gd name="connsiteX9" fmla="*/ 101240 w 145026"/>
              <a:gd name="connsiteY9" fmla="*/ 62849 h 154747"/>
              <a:gd name="connsiteX10" fmla="*/ 72513 w 145026"/>
              <a:gd name="connsiteY10" fmla="*/ 76016 h 154747"/>
              <a:gd name="connsiteX11" fmla="*/ 43794 w 145026"/>
              <a:gd name="connsiteY11" fmla="*/ 62849 h 154747"/>
              <a:gd name="connsiteX12" fmla="*/ 34511 w 145026"/>
              <a:gd name="connsiteY12" fmla="*/ 38008 h 154747"/>
              <a:gd name="connsiteX13" fmla="*/ 72513 w 145026"/>
              <a:gd name="connsiteY13" fmla="*/ 0 h 154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5026" h="154747">
                <a:moveTo>
                  <a:pt x="36329" y="66569"/>
                </a:moveTo>
                <a:cubicBezTo>
                  <a:pt x="44741" y="77265"/>
                  <a:pt x="57855" y="84161"/>
                  <a:pt x="72513" y="84161"/>
                </a:cubicBezTo>
                <a:cubicBezTo>
                  <a:pt x="87172" y="84161"/>
                  <a:pt x="100286" y="77265"/>
                  <a:pt x="108706" y="66569"/>
                </a:cubicBezTo>
                <a:cubicBezTo>
                  <a:pt x="127922" y="77482"/>
                  <a:pt x="141688" y="96838"/>
                  <a:pt x="145026" y="119562"/>
                </a:cubicBezTo>
                <a:cubicBezTo>
                  <a:pt x="128112" y="140982"/>
                  <a:pt x="101914" y="154747"/>
                  <a:pt x="72513" y="154747"/>
                </a:cubicBezTo>
                <a:cubicBezTo>
                  <a:pt x="43113" y="154747"/>
                  <a:pt x="16915" y="140982"/>
                  <a:pt x="0" y="119562"/>
                </a:cubicBezTo>
                <a:cubicBezTo>
                  <a:pt x="3339" y="96839"/>
                  <a:pt x="17105" y="77482"/>
                  <a:pt x="36329" y="66569"/>
                </a:cubicBezTo>
                <a:close/>
                <a:moveTo>
                  <a:pt x="72513" y="0"/>
                </a:moveTo>
                <a:cubicBezTo>
                  <a:pt x="93471" y="0"/>
                  <a:pt x="110523" y="17049"/>
                  <a:pt x="110523" y="38008"/>
                </a:cubicBezTo>
                <a:cubicBezTo>
                  <a:pt x="110523" y="47483"/>
                  <a:pt x="107025" y="56170"/>
                  <a:pt x="101240" y="62849"/>
                </a:cubicBezTo>
                <a:cubicBezTo>
                  <a:pt x="94289" y="70912"/>
                  <a:pt x="83999" y="76016"/>
                  <a:pt x="72513" y="76016"/>
                </a:cubicBezTo>
                <a:cubicBezTo>
                  <a:pt x="61035" y="76016"/>
                  <a:pt x="50745" y="70912"/>
                  <a:pt x="43794" y="62849"/>
                </a:cubicBezTo>
                <a:cubicBezTo>
                  <a:pt x="38009" y="56170"/>
                  <a:pt x="34511" y="47483"/>
                  <a:pt x="34511" y="38008"/>
                </a:cubicBezTo>
                <a:cubicBezTo>
                  <a:pt x="34511" y="17050"/>
                  <a:pt x="51555" y="0"/>
                  <a:pt x="72513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37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latin typeface="Inclusive Sans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B07AF2-555A-A227-0ABA-EB14B7636609}"/>
              </a:ext>
            </a:extLst>
          </p:cNvPr>
          <p:cNvGrpSpPr/>
          <p:nvPr/>
        </p:nvGrpSpPr>
        <p:grpSpPr>
          <a:xfrm>
            <a:off x="1254824" y="1613874"/>
            <a:ext cx="2289486" cy="4733759"/>
            <a:chOff x="1254824" y="1613874"/>
            <a:chExt cx="2289486" cy="473375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4F1572E-3083-AE1D-8605-59D698C4E113}"/>
                </a:ext>
              </a:extLst>
            </p:cNvPr>
            <p:cNvSpPr/>
            <p:nvPr/>
          </p:nvSpPr>
          <p:spPr>
            <a:xfrm>
              <a:off x="1530580" y="2304387"/>
              <a:ext cx="70299" cy="308730"/>
            </a:xfrm>
            <a:custGeom>
              <a:avLst/>
              <a:gdLst>
                <a:gd name="connsiteX0" fmla="*/ 8981 w 53301"/>
                <a:gd name="connsiteY0" fmla="*/ 0 h 234081"/>
                <a:gd name="connsiteX1" fmla="*/ 44320 w 53301"/>
                <a:gd name="connsiteY1" fmla="*/ 0 h 234081"/>
                <a:gd name="connsiteX2" fmla="*/ 53301 w 53301"/>
                <a:gd name="connsiteY2" fmla="*/ 8981 h 234081"/>
                <a:gd name="connsiteX3" fmla="*/ 53301 w 53301"/>
                <a:gd name="connsiteY3" fmla="*/ 225101 h 234081"/>
                <a:gd name="connsiteX4" fmla="*/ 44320 w 53301"/>
                <a:gd name="connsiteY4" fmla="*/ 234082 h 234081"/>
                <a:gd name="connsiteX5" fmla="*/ 8981 w 53301"/>
                <a:gd name="connsiteY5" fmla="*/ 234082 h 234081"/>
                <a:gd name="connsiteX6" fmla="*/ 0 w 53301"/>
                <a:gd name="connsiteY6" fmla="*/ 225101 h 234081"/>
                <a:gd name="connsiteX7" fmla="*/ 0 w 53301"/>
                <a:gd name="connsiteY7" fmla="*/ 8981 h 234081"/>
                <a:gd name="connsiteX8" fmla="*/ 8981 w 53301"/>
                <a:gd name="connsiteY8" fmla="*/ 0 h 2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301" h="234081">
                  <a:moveTo>
                    <a:pt x="8981" y="0"/>
                  </a:moveTo>
                  <a:lnTo>
                    <a:pt x="44320" y="0"/>
                  </a:lnTo>
                  <a:cubicBezTo>
                    <a:pt x="49219" y="0"/>
                    <a:pt x="53301" y="3966"/>
                    <a:pt x="53301" y="8981"/>
                  </a:cubicBezTo>
                  <a:lnTo>
                    <a:pt x="53301" y="225101"/>
                  </a:lnTo>
                  <a:cubicBezTo>
                    <a:pt x="53301" y="230000"/>
                    <a:pt x="49336" y="234082"/>
                    <a:pt x="44320" y="234082"/>
                  </a:cubicBezTo>
                  <a:lnTo>
                    <a:pt x="8981" y="234082"/>
                  </a:lnTo>
                  <a:cubicBezTo>
                    <a:pt x="4082" y="234082"/>
                    <a:pt x="0" y="230116"/>
                    <a:pt x="0" y="225101"/>
                  </a:cubicBezTo>
                  <a:lnTo>
                    <a:pt x="0" y="8981"/>
                  </a:lnTo>
                  <a:cubicBezTo>
                    <a:pt x="0" y="4082"/>
                    <a:pt x="3966" y="0"/>
                    <a:pt x="8981" y="0"/>
                  </a:cubicBezTo>
                  <a:close/>
                </a:path>
              </a:pathLst>
            </a:custGeom>
            <a:solidFill>
              <a:srgbClr val="0C101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7464B7-DF7D-50D1-C1D4-9FB1E50068DF}"/>
                </a:ext>
              </a:extLst>
            </p:cNvPr>
            <p:cNvSpPr/>
            <p:nvPr/>
          </p:nvSpPr>
          <p:spPr>
            <a:xfrm>
              <a:off x="1457394" y="2677382"/>
              <a:ext cx="70299" cy="308730"/>
            </a:xfrm>
            <a:custGeom>
              <a:avLst/>
              <a:gdLst>
                <a:gd name="connsiteX0" fmla="*/ 44320 w 53301"/>
                <a:gd name="connsiteY0" fmla="*/ 0 h 234081"/>
                <a:gd name="connsiteX1" fmla="*/ 53301 w 53301"/>
                <a:gd name="connsiteY1" fmla="*/ 8981 h 234081"/>
                <a:gd name="connsiteX2" fmla="*/ 53301 w 53301"/>
                <a:gd name="connsiteY2" fmla="*/ 225101 h 234081"/>
                <a:gd name="connsiteX3" fmla="*/ 44320 w 53301"/>
                <a:gd name="connsiteY3" fmla="*/ 234082 h 234081"/>
                <a:gd name="connsiteX4" fmla="*/ 8981 w 53301"/>
                <a:gd name="connsiteY4" fmla="*/ 234082 h 234081"/>
                <a:gd name="connsiteX5" fmla="*/ 0 w 53301"/>
                <a:gd name="connsiteY5" fmla="*/ 225101 h 234081"/>
                <a:gd name="connsiteX6" fmla="*/ 0 w 53301"/>
                <a:gd name="connsiteY6" fmla="*/ 8981 h 234081"/>
                <a:gd name="connsiteX7" fmla="*/ 8981 w 53301"/>
                <a:gd name="connsiteY7" fmla="*/ 0 h 2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301" h="234081">
                  <a:moveTo>
                    <a:pt x="44320" y="0"/>
                  </a:moveTo>
                  <a:cubicBezTo>
                    <a:pt x="49280" y="0"/>
                    <a:pt x="53301" y="4021"/>
                    <a:pt x="53301" y="8981"/>
                  </a:cubicBezTo>
                  <a:lnTo>
                    <a:pt x="53301" y="225101"/>
                  </a:lnTo>
                  <a:cubicBezTo>
                    <a:pt x="53301" y="230061"/>
                    <a:pt x="49280" y="234082"/>
                    <a:pt x="44320" y="234082"/>
                  </a:cubicBezTo>
                  <a:lnTo>
                    <a:pt x="8981" y="234082"/>
                  </a:lnTo>
                  <a:cubicBezTo>
                    <a:pt x="4021" y="234082"/>
                    <a:pt x="0" y="230061"/>
                    <a:pt x="0" y="225101"/>
                  </a:cubicBezTo>
                  <a:lnTo>
                    <a:pt x="0" y="8981"/>
                  </a:lnTo>
                  <a:cubicBezTo>
                    <a:pt x="0" y="4021"/>
                    <a:pt x="4021" y="0"/>
                    <a:pt x="8981" y="0"/>
                  </a:cubicBezTo>
                  <a:close/>
                </a:path>
              </a:pathLst>
            </a:custGeom>
            <a:solidFill>
              <a:srgbClr val="0C101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DA6E9D2-255F-E24B-F4AF-BE5C15E64A62}"/>
                </a:ext>
              </a:extLst>
            </p:cNvPr>
            <p:cNvSpPr/>
            <p:nvPr/>
          </p:nvSpPr>
          <p:spPr>
            <a:xfrm>
              <a:off x="1254824" y="1749124"/>
              <a:ext cx="2287411" cy="4598509"/>
            </a:xfrm>
            <a:custGeom>
              <a:avLst/>
              <a:gdLst>
                <a:gd name="connsiteX0" fmla="*/ 1528004 w 1734327"/>
                <a:gd name="connsiteY0" fmla="*/ 0 h 3486616"/>
                <a:gd name="connsiteX1" fmla="*/ 1734328 w 1734327"/>
                <a:gd name="connsiteY1" fmla="*/ 206323 h 3486616"/>
                <a:gd name="connsiteX2" fmla="*/ 1734328 w 1734327"/>
                <a:gd name="connsiteY2" fmla="*/ 3280294 h 3486616"/>
                <a:gd name="connsiteX3" fmla="*/ 1528004 w 1734327"/>
                <a:gd name="connsiteY3" fmla="*/ 3486617 h 3486616"/>
                <a:gd name="connsiteX4" fmla="*/ 206323 w 1734327"/>
                <a:gd name="connsiteY4" fmla="*/ 3486617 h 3486616"/>
                <a:gd name="connsiteX5" fmla="*/ 0 w 1734327"/>
                <a:gd name="connsiteY5" fmla="*/ 3280294 h 3486616"/>
                <a:gd name="connsiteX6" fmla="*/ 0 w 1734327"/>
                <a:gd name="connsiteY6" fmla="*/ 206323 h 3486616"/>
                <a:gd name="connsiteX7" fmla="*/ 206323 w 1734327"/>
                <a:gd name="connsiteY7" fmla="*/ 0 h 3486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4327" h="3486616">
                  <a:moveTo>
                    <a:pt x="1528004" y="0"/>
                  </a:moveTo>
                  <a:cubicBezTo>
                    <a:pt x="1641954" y="0"/>
                    <a:pt x="1734328" y="92374"/>
                    <a:pt x="1734328" y="206323"/>
                  </a:cubicBezTo>
                  <a:lnTo>
                    <a:pt x="1734328" y="3280294"/>
                  </a:lnTo>
                  <a:cubicBezTo>
                    <a:pt x="1734328" y="3394243"/>
                    <a:pt x="1641954" y="3486617"/>
                    <a:pt x="1528004" y="3486617"/>
                  </a:cubicBezTo>
                  <a:lnTo>
                    <a:pt x="206323" y="3486617"/>
                  </a:lnTo>
                  <a:cubicBezTo>
                    <a:pt x="92374" y="3486617"/>
                    <a:pt x="0" y="3394243"/>
                    <a:pt x="0" y="3280294"/>
                  </a:cubicBezTo>
                  <a:lnTo>
                    <a:pt x="0" y="206323"/>
                  </a:lnTo>
                  <a:cubicBezTo>
                    <a:pt x="0" y="92374"/>
                    <a:pt x="92374" y="0"/>
                    <a:pt x="206323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3728" name="Freeform: Shape 3727">
              <a:extLst>
                <a:ext uri="{FF2B5EF4-FFF2-40B4-BE49-F238E27FC236}">
                  <a16:creationId xmlns:a16="http://schemas.microsoft.com/office/drawing/2014/main" id="{90B71294-E7BF-2B6A-F3C7-4FDE76037B0B}"/>
                </a:ext>
              </a:extLst>
            </p:cNvPr>
            <p:cNvSpPr/>
            <p:nvPr/>
          </p:nvSpPr>
          <p:spPr>
            <a:xfrm>
              <a:off x="1741629" y="6262610"/>
              <a:ext cx="1378294" cy="45688"/>
            </a:xfrm>
            <a:custGeom>
              <a:avLst/>
              <a:gdLst>
                <a:gd name="connsiteX0" fmla="*/ 1248508 w 1256501"/>
                <a:gd name="connsiteY0" fmla="*/ 11359 h 41651"/>
                <a:gd name="connsiteX1" fmla="*/ 1256501 w 1256501"/>
                <a:gd name="connsiteY1" fmla="*/ 19353 h 41651"/>
                <a:gd name="connsiteX2" fmla="*/ 1255800 w 1256501"/>
                <a:gd name="connsiteY2" fmla="*/ 20054 h 41651"/>
                <a:gd name="connsiteX3" fmla="*/ 1256501 w 1256501"/>
                <a:gd name="connsiteY3" fmla="*/ 20755 h 41651"/>
                <a:gd name="connsiteX4" fmla="*/ 1248508 w 1256501"/>
                <a:gd name="connsiteY4" fmla="*/ 28748 h 41651"/>
                <a:gd name="connsiteX5" fmla="*/ 1240514 w 1256501"/>
                <a:gd name="connsiteY5" fmla="*/ 20755 h 41651"/>
                <a:gd name="connsiteX6" fmla="*/ 1241215 w 1256501"/>
                <a:gd name="connsiteY6" fmla="*/ 20054 h 41651"/>
                <a:gd name="connsiteX7" fmla="*/ 1240514 w 1256501"/>
                <a:gd name="connsiteY7" fmla="*/ 19353 h 41651"/>
                <a:gd name="connsiteX8" fmla="*/ 1248508 w 1256501"/>
                <a:gd name="connsiteY8" fmla="*/ 11359 h 41651"/>
                <a:gd name="connsiteX9" fmla="*/ 1170817 w 1256501"/>
                <a:gd name="connsiteY9" fmla="*/ 11359 h 41651"/>
                <a:gd name="connsiteX10" fmla="*/ 1178810 w 1256501"/>
                <a:gd name="connsiteY10" fmla="*/ 19353 h 41651"/>
                <a:gd name="connsiteX11" fmla="*/ 1178109 w 1256501"/>
                <a:gd name="connsiteY11" fmla="*/ 20054 h 41651"/>
                <a:gd name="connsiteX12" fmla="*/ 1178810 w 1256501"/>
                <a:gd name="connsiteY12" fmla="*/ 20755 h 41651"/>
                <a:gd name="connsiteX13" fmla="*/ 1170817 w 1256501"/>
                <a:gd name="connsiteY13" fmla="*/ 28748 h 41651"/>
                <a:gd name="connsiteX14" fmla="*/ 1162823 w 1256501"/>
                <a:gd name="connsiteY14" fmla="*/ 20755 h 41651"/>
                <a:gd name="connsiteX15" fmla="*/ 1163524 w 1256501"/>
                <a:gd name="connsiteY15" fmla="*/ 20054 h 41651"/>
                <a:gd name="connsiteX16" fmla="*/ 1162823 w 1256501"/>
                <a:gd name="connsiteY16" fmla="*/ 19353 h 41651"/>
                <a:gd name="connsiteX17" fmla="*/ 1170817 w 1256501"/>
                <a:gd name="connsiteY17" fmla="*/ 11359 h 41651"/>
                <a:gd name="connsiteX18" fmla="*/ 1093128 w 1256501"/>
                <a:gd name="connsiteY18" fmla="*/ 11359 h 41651"/>
                <a:gd name="connsiteX19" fmla="*/ 1101121 w 1256501"/>
                <a:gd name="connsiteY19" fmla="*/ 19353 h 41651"/>
                <a:gd name="connsiteX20" fmla="*/ 1100420 w 1256501"/>
                <a:gd name="connsiteY20" fmla="*/ 20054 h 41651"/>
                <a:gd name="connsiteX21" fmla="*/ 1101121 w 1256501"/>
                <a:gd name="connsiteY21" fmla="*/ 20755 h 41651"/>
                <a:gd name="connsiteX22" fmla="*/ 1093128 w 1256501"/>
                <a:gd name="connsiteY22" fmla="*/ 28748 h 41651"/>
                <a:gd name="connsiteX23" fmla="*/ 1085134 w 1256501"/>
                <a:gd name="connsiteY23" fmla="*/ 20755 h 41651"/>
                <a:gd name="connsiteX24" fmla="*/ 1085835 w 1256501"/>
                <a:gd name="connsiteY24" fmla="*/ 20054 h 41651"/>
                <a:gd name="connsiteX25" fmla="*/ 1085134 w 1256501"/>
                <a:gd name="connsiteY25" fmla="*/ 19353 h 41651"/>
                <a:gd name="connsiteX26" fmla="*/ 1093128 w 1256501"/>
                <a:gd name="connsiteY26" fmla="*/ 11359 h 41651"/>
                <a:gd name="connsiteX27" fmla="*/ 1015438 w 1256501"/>
                <a:gd name="connsiteY27" fmla="*/ 11359 h 41651"/>
                <a:gd name="connsiteX28" fmla="*/ 1023431 w 1256501"/>
                <a:gd name="connsiteY28" fmla="*/ 19353 h 41651"/>
                <a:gd name="connsiteX29" fmla="*/ 1022730 w 1256501"/>
                <a:gd name="connsiteY29" fmla="*/ 20054 h 41651"/>
                <a:gd name="connsiteX30" fmla="*/ 1023431 w 1256501"/>
                <a:gd name="connsiteY30" fmla="*/ 20755 h 41651"/>
                <a:gd name="connsiteX31" fmla="*/ 1015438 w 1256501"/>
                <a:gd name="connsiteY31" fmla="*/ 28748 h 41651"/>
                <a:gd name="connsiteX32" fmla="*/ 1007444 w 1256501"/>
                <a:gd name="connsiteY32" fmla="*/ 20755 h 41651"/>
                <a:gd name="connsiteX33" fmla="*/ 1008145 w 1256501"/>
                <a:gd name="connsiteY33" fmla="*/ 20054 h 41651"/>
                <a:gd name="connsiteX34" fmla="*/ 1007444 w 1256501"/>
                <a:gd name="connsiteY34" fmla="*/ 19353 h 41651"/>
                <a:gd name="connsiteX35" fmla="*/ 1015438 w 1256501"/>
                <a:gd name="connsiteY35" fmla="*/ 11359 h 41651"/>
                <a:gd name="connsiteX36" fmla="*/ 937748 w 1256501"/>
                <a:gd name="connsiteY36" fmla="*/ 11359 h 41651"/>
                <a:gd name="connsiteX37" fmla="*/ 945741 w 1256501"/>
                <a:gd name="connsiteY37" fmla="*/ 19353 h 41651"/>
                <a:gd name="connsiteX38" fmla="*/ 945040 w 1256501"/>
                <a:gd name="connsiteY38" fmla="*/ 20054 h 41651"/>
                <a:gd name="connsiteX39" fmla="*/ 945741 w 1256501"/>
                <a:gd name="connsiteY39" fmla="*/ 20755 h 41651"/>
                <a:gd name="connsiteX40" fmla="*/ 937748 w 1256501"/>
                <a:gd name="connsiteY40" fmla="*/ 28748 h 41651"/>
                <a:gd name="connsiteX41" fmla="*/ 929754 w 1256501"/>
                <a:gd name="connsiteY41" fmla="*/ 20755 h 41651"/>
                <a:gd name="connsiteX42" fmla="*/ 930455 w 1256501"/>
                <a:gd name="connsiteY42" fmla="*/ 20054 h 41651"/>
                <a:gd name="connsiteX43" fmla="*/ 929754 w 1256501"/>
                <a:gd name="connsiteY43" fmla="*/ 19353 h 41651"/>
                <a:gd name="connsiteX44" fmla="*/ 937748 w 1256501"/>
                <a:gd name="connsiteY44" fmla="*/ 11359 h 41651"/>
                <a:gd name="connsiteX45" fmla="*/ 860058 w 1256501"/>
                <a:gd name="connsiteY45" fmla="*/ 11359 h 41651"/>
                <a:gd name="connsiteX46" fmla="*/ 868051 w 1256501"/>
                <a:gd name="connsiteY46" fmla="*/ 19353 h 41651"/>
                <a:gd name="connsiteX47" fmla="*/ 867350 w 1256501"/>
                <a:gd name="connsiteY47" fmla="*/ 20054 h 41651"/>
                <a:gd name="connsiteX48" fmla="*/ 868051 w 1256501"/>
                <a:gd name="connsiteY48" fmla="*/ 20755 h 41651"/>
                <a:gd name="connsiteX49" fmla="*/ 860058 w 1256501"/>
                <a:gd name="connsiteY49" fmla="*/ 28748 h 41651"/>
                <a:gd name="connsiteX50" fmla="*/ 852064 w 1256501"/>
                <a:gd name="connsiteY50" fmla="*/ 20755 h 41651"/>
                <a:gd name="connsiteX51" fmla="*/ 852765 w 1256501"/>
                <a:gd name="connsiteY51" fmla="*/ 20054 h 41651"/>
                <a:gd name="connsiteX52" fmla="*/ 852064 w 1256501"/>
                <a:gd name="connsiteY52" fmla="*/ 19353 h 41651"/>
                <a:gd name="connsiteX53" fmla="*/ 860058 w 1256501"/>
                <a:gd name="connsiteY53" fmla="*/ 11359 h 41651"/>
                <a:gd name="connsiteX54" fmla="*/ 396444 w 1256501"/>
                <a:gd name="connsiteY54" fmla="*/ 11359 h 41651"/>
                <a:gd name="connsiteX55" fmla="*/ 404437 w 1256501"/>
                <a:gd name="connsiteY55" fmla="*/ 19353 h 41651"/>
                <a:gd name="connsiteX56" fmla="*/ 403736 w 1256501"/>
                <a:gd name="connsiteY56" fmla="*/ 20054 h 41651"/>
                <a:gd name="connsiteX57" fmla="*/ 404437 w 1256501"/>
                <a:gd name="connsiteY57" fmla="*/ 20755 h 41651"/>
                <a:gd name="connsiteX58" fmla="*/ 396444 w 1256501"/>
                <a:gd name="connsiteY58" fmla="*/ 28748 h 41651"/>
                <a:gd name="connsiteX59" fmla="*/ 388450 w 1256501"/>
                <a:gd name="connsiteY59" fmla="*/ 20755 h 41651"/>
                <a:gd name="connsiteX60" fmla="*/ 389151 w 1256501"/>
                <a:gd name="connsiteY60" fmla="*/ 20054 h 41651"/>
                <a:gd name="connsiteX61" fmla="*/ 388450 w 1256501"/>
                <a:gd name="connsiteY61" fmla="*/ 19353 h 41651"/>
                <a:gd name="connsiteX62" fmla="*/ 396444 w 1256501"/>
                <a:gd name="connsiteY62" fmla="*/ 11359 h 41651"/>
                <a:gd name="connsiteX63" fmla="*/ 318752 w 1256501"/>
                <a:gd name="connsiteY63" fmla="*/ 11359 h 41651"/>
                <a:gd name="connsiteX64" fmla="*/ 326746 w 1256501"/>
                <a:gd name="connsiteY64" fmla="*/ 19353 h 41651"/>
                <a:gd name="connsiteX65" fmla="*/ 326045 w 1256501"/>
                <a:gd name="connsiteY65" fmla="*/ 20054 h 41651"/>
                <a:gd name="connsiteX66" fmla="*/ 326746 w 1256501"/>
                <a:gd name="connsiteY66" fmla="*/ 20755 h 41651"/>
                <a:gd name="connsiteX67" fmla="*/ 318752 w 1256501"/>
                <a:gd name="connsiteY67" fmla="*/ 28748 h 41651"/>
                <a:gd name="connsiteX68" fmla="*/ 310759 w 1256501"/>
                <a:gd name="connsiteY68" fmla="*/ 20755 h 41651"/>
                <a:gd name="connsiteX69" fmla="*/ 311460 w 1256501"/>
                <a:gd name="connsiteY69" fmla="*/ 20054 h 41651"/>
                <a:gd name="connsiteX70" fmla="*/ 310759 w 1256501"/>
                <a:gd name="connsiteY70" fmla="*/ 19353 h 41651"/>
                <a:gd name="connsiteX71" fmla="*/ 318752 w 1256501"/>
                <a:gd name="connsiteY71" fmla="*/ 11359 h 41651"/>
                <a:gd name="connsiteX72" fmla="*/ 241063 w 1256501"/>
                <a:gd name="connsiteY72" fmla="*/ 11359 h 41651"/>
                <a:gd name="connsiteX73" fmla="*/ 249057 w 1256501"/>
                <a:gd name="connsiteY73" fmla="*/ 19353 h 41651"/>
                <a:gd name="connsiteX74" fmla="*/ 248356 w 1256501"/>
                <a:gd name="connsiteY74" fmla="*/ 20054 h 41651"/>
                <a:gd name="connsiteX75" fmla="*/ 249057 w 1256501"/>
                <a:gd name="connsiteY75" fmla="*/ 20755 h 41651"/>
                <a:gd name="connsiteX76" fmla="*/ 241063 w 1256501"/>
                <a:gd name="connsiteY76" fmla="*/ 28748 h 41651"/>
                <a:gd name="connsiteX77" fmla="*/ 233070 w 1256501"/>
                <a:gd name="connsiteY77" fmla="*/ 20755 h 41651"/>
                <a:gd name="connsiteX78" fmla="*/ 233771 w 1256501"/>
                <a:gd name="connsiteY78" fmla="*/ 20054 h 41651"/>
                <a:gd name="connsiteX79" fmla="*/ 233070 w 1256501"/>
                <a:gd name="connsiteY79" fmla="*/ 19353 h 41651"/>
                <a:gd name="connsiteX80" fmla="*/ 241063 w 1256501"/>
                <a:gd name="connsiteY80" fmla="*/ 11359 h 41651"/>
                <a:gd name="connsiteX81" fmla="*/ 163373 w 1256501"/>
                <a:gd name="connsiteY81" fmla="*/ 11359 h 41651"/>
                <a:gd name="connsiteX82" fmla="*/ 171367 w 1256501"/>
                <a:gd name="connsiteY82" fmla="*/ 19353 h 41651"/>
                <a:gd name="connsiteX83" fmla="*/ 170666 w 1256501"/>
                <a:gd name="connsiteY83" fmla="*/ 20054 h 41651"/>
                <a:gd name="connsiteX84" fmla="*/ 171367 w 1256501"/>
                <a:gd name="connsiteY84" fmla="*/ 20755 h 41651"/>
                <a:gd name="connsiteX85" fmla="*/ 163373 w 1256501"/>
                <a:gd name="connsiteY85" fmla="*/ 28748 h 41651"/>
                <a:gd name="connsiteX86" fmla="*/ 155380 w 1256501"/>
                <a:gd name="connsiteY86" fmla="*/ 20755 h 41651"/>
                <a:gd name="connsiteX87" fmla="*/ 156081 w 1256501"/>
                <a:gd name="connsiteY87" fmla="*/ 20054 h 41651"/>
                <a:gd name="connsiteX88" fmla="*/ 155380 w 1256501"/>
                <a:gd name="connsiteY88" fmla="*/ 19353 h 41651"/>
                <a:gd name="connsiteX89" fmla="*/ 163373 w 1256501"/>
                <a:gd name="connsiteY89" fmla="*/ 11359 h 41651"/>
                <a:gd name="connsiteX90" fmla="*/ 85683 w 1256501"/>
                <a:gd name="connsiteY90" fmla="*/ 11359 h 41651"/>
                <a:gd name="connsiteX91" fmla="*/ 93677 w 1256501"/>
                <a:gd name="connsiteY91" fmla="*/ 19353 h 41651"/>
                <a:gd name="connsiteX92" fmla="*/ 92976 w 1256501"/>
                <a:gd name="connsiteY92" fmla="*/ 20054 h 41651"/>
                <a:gd name="connsiteX93" fmla="*/ 93677 w 1256501"/>
                <a:gd name="connsiteY93" fmla="*/ 20755 h 41651"/>
                <a:gd name="connsiteX94" fmla="*/ 85683 w 1256501"/>
                <a:gd name="connsiteY94" fmla="*/ 28748 h 41651"/>
                <a:gd name="connsiteX95" fmla="*/ 77690 w 1256501"/>
                <a:gd name="connsiteY95" fmla="*/ 20755 h 41651"/>
                <a:gd name="connsiteX96" fmla="*/ 78391 w 1256501"/>
                <a:gd name="connsiteY96" fmla="*/ 20054 h 41651"/>
                <a:gd name="connsiteX97" fmla="*/ 77690 w 1256501"/>
                <a:gd name="connsiteY97" fmla="*/ 19353 h 41651"/>
                <a:gd name="connsiteX98" fmla="*/ 85683 w 1256501"/>
                <a:gd name="connsiteY98" fmla="*/ 11359 h 41651"/>
                <a:gd name="connsiteX99" fmla="*/ 7993 w 1256501"/>
                <a:gd name="connsiteY99" fmla="*/ 11359 h 41651"/>
                <a:gd name="connsiteX100" fmla="*/ 15987 w 1256501"/>
                <a:gd name="connsiteY100" fmla="*/ 19353 h 41651"/>
                <a:gd name="connsiteX101" fmla="*/ 15286 w 1256501"/>
                <a:gd name="connsiteY101" fmla="*/ 20054 h 41651"/>
                <a:gd name="connsiteX102" fmla="*/ 15987 w 1256501"/>
                <a:gd name="connsiteY102" fmla="*/ 20755 h 41651"/>
                <a:gd name="connsiteX103" fmla="*/ 7993 w 1256501"/>
                <a:gd name="connsiteY103" fmla="*/ 28748 h 41651"/>
                <a:gd name="connsiteX104" fmla="*/ 0 w 1256501"/>
                <a:gd name="connsiteY104" fmla="*/ 20755 h 41651"/>
                <a:gd name="connsiteX105" fmla="*/ 701 w 1256501"/>
                <a:gd name="connsiteY105" fmla="*/ 20054 h 41651"/>
                <a:gd name="connsiteX106" fmla="*/ 0 w 1256501"/>
                <a:gd name="connsiteY106" fmla="*/ 19353 h 41651"/>
                <a:gd name="connsiteX107" fmla="*/ 7993 w 1256501"/>
                <a:gd name="connsiteY107" fmla="*/ 11359 h 41651"/>
                <a:gd name="connsiteX108" fmla="*/ 531207 w 1256501"/>
                <a:gd name="connsiteY108" fmla="*/ 0 h 41651"/>
                <a:gd name="connsiteX109" fmla="*/ 725432 w 1256501"/>
                <a:gd name="connsiteY109" fmla="*/ 0 h 41651"/>
                <a:gd name="connsiteX110" fmla="*/ 744784 w 1256501"/>
                <a:gd name="connsiteY110" fmla="*/ 19353 h 41651"/>
                <a:gd name="connsiteX111" fmla="*/ 744176 w 1256501"/>
                <a:gd name="connsiteY111" fmla="*/ 20818 h 41651"/>
                <a:gd name="connsiteX112" fmla="*/ 744784 w 1256501"/>
                <a:gd name="connsiteY112" fmla="*/ 22298 h 41651"/>
                <a:gd name="connsiteX113" fmla="*/ 725432 w 1256501"/>
                <a:gd name="connsiteY113" fmla="*/ 41651 h 41651"/>
                <a:gd name="connsiteX114" fmla="*/ 531207 w 1256501"/>
                <a:gd name="connsiteY114" fmla="*/ 41651 h 41651"/>
                <a:gd name="connsiteX115" fmla="*/ 511855 w 1256501"/>
                <a:gd name="connsiteY115" fmla="*/ 22298 h 41651"/>
                <a:gd name="connsiteX116" fmla="*/ 512467 w 1256501"/>
                <a:gd name="connsiteY116" fmla="*/ 20825 h 41651"/>
                <a:gd name="connsiteX117" fmla="*/ 511855 w 1256501"/>
                <a:gd name="connsiteY117" fmla="*/ 19353 h 41651"/>
                <a:gd name="connsiteX118" fmla="*/ 531207 w 1256501"/>
                <a:gd name="connsiteY118" fmla="*/ 0 h 4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1256501" h="41651">
                  <a:moveTo>
                    <a:pt x="1248508" y="11359"/>
                  </a:moveTo>
                  <a:cubicBezTo>
                    <a:pt x="1252995" y="11359"/>
                    <a:pt x="1256501" y="15006"/>
                    <a:pt x="1256501" y="19353"/>
                  </a:cubicBezTo>
                  <a:lnTo>
                    <a:pt x="1255800" y="20054"/>
                  </a:lnTo>
                  <a:lnTo>
                    <a:pt x="1256501" y="20755"/>
                  </a:lnTo>
                  <a:cubicBezTo>
                    <a:pt x="1256501" y="25103"/>
                    <a:pt x="1252855" y="28748"/>
                    <a:pt x="1248508" y="28748"/>
                  </a:cubicBezTo>
                  <a:cubicBezTo>
                    <a:pt x="1244160" y="28748"/>
                    <a:pt x="1240514" y="25103"/>
                    <a:pt x="1240514" y="20755"/>
                  </a:cubicBezTo>
                  <a:lnTo>
                    <a:pt x="1241215" y="20054"/>
                  </a:lnTo>
                  <a:lnTo>
                    <a:pt x="1240514" y="19353"/>
                  </a:lnTo>
                  <a:cubicBezTo>
                    <a:pt x="1240514" y="14865"/>
                    <a:pt x="1244160" y="11359"/>
                    <a:pt x="1248508" y="11359"/>
                  </a:cubicBezTo>
                  <a:close/>
                  <a:moveTo>
                    <a:pt x="1170817" y="11359"/>
                  </a:moveTo>
                  <a:cubicBezTo>
                    <a:pt x="1175304" y="11359"/>
                    <a:pt x="1178810" y="15006"/>
                    <a:pt x="1178810" y="19353"/>
                  </a:cubicBezTo>
                  <a:lnTo>
                    <a:pt x="1178109" y="20054"/>
                  </a:lnTo>
                  <a:lnTo>
                    <a:pt x="1178810" y="20755"/>
                  </a:lnTo>
                  <a:cubicBezTo>
                    <a:pt x="1178810" y="25103"/>
                    <a:pt x="1175164" y="28748"/>
                    <a:pt x="1170817" y="28748"/>
                  </a:cubicBezTo>
                  <a:cubicBezTo>
                    <a:pt x="1166469" y="28748"/>
                    <a:pt x="1162823" y="25103"/>
                    <a:pt x="1162823" y="20755"/>
                  </a:cubicBezTo>
                  <a:lnTo>
                    <a:pt x="1163524" y="20054"/>
                  </a:lnTo>
                  <a:lnTo>
                    <a:pt x="1162823" y="19353"/>
                  </a:lnTo>
                  <a:cubicBezTo>
                    <a:pt x="1162823" y="14865"/>
                    <a:pt x="1166469" y="11359"/>
                    <a:pt x="1170817" y="11359"/>
                  </a:cubicBezTo>
                  <a:close/>
                  <a:moveTo>
                    <a:pt x="1093128" y="11359"/>
                  </a:moveTo>
                  <a:cubicBezTo>
                    <a:pt x="1097615" y="11359"/>
                    <a:pt x="1101121" y="15006"/>
                    <a:pt x="1101121" y="19353"/>
                  </a:cubicBezTo>
                  <a:lnTo>
                    <a:pt x="1100420" y="20054"/>
                  </a:lnTo>
                  <a:lnTo>
                    <a:pt x="1101121" y="20755"/>
                  </a:lnTo>
                  <a:cubicBezTo>
                    <a:pt x="1101121" y="25103"/>
                    <a:pt x="1097475" y="28748"/>
                    <a:pt x="1093128" y="28748"/>
                  </a:cubicBezTo>
                  <a:cubicBezTo>
                    <a:pt x="1088780" y="28748"/>
                    <a:pt x="1085134" y="25103"/>
                    <a:pt x="1085134" y="20755"/>
                  </a:cubicBezTo>
                  <a:lnTo>
                    <a:pt x="1085835" y="20054"/>
                  </a:lnTo>
                  <a:lnTo>
                    <a:pt x="1085134" y="19353"/>
                  </a:lnTo>
                  <a:cubicBezTo>
                    <a:pt x="1085134" y="14865"/>
                    <a:pt x="1088780" y="11359"/>
                    <a:pt x="1093128" y="11359"/>
                  </a:cubicBezTo>
                  <a:close/>
                  <a:moveTo>
                    <a:pt x="1015438" y="11359"/>
                  </a:moveTo>
                  <a:cubicBezTo>
                    <a:pt x="1019925" y="11359"/>
                    <a:pt x="1023431" y="15006"/>
                    <a:pt x="1023431" y="19353"/>
                  </a:cubicBezTo>
                  <a:lnTo>
                    <a:pt x="1022730" y="20054"/>
                  </a:lnTo>
                  <a:lnTo>
                    <a:pt x="1023431" y="20755"/>
                  </a:lnTo>
                  <a:cubicBezTo>
                    <a:pt x="1023431" y="25103"/>
                    <a:pt x="1019785" y="28748"/>
                    <a:pt x="1015438" y="28748"/>
                  </a:cubicBezTo>
                  <a:cubicBezTo>
                    <a:pt x="1011090" y="28748"/>
                    <a:pt x="1007444" y="25103"/>
                    <a:pt x="1007444" y="20755"/>
                  </a:cubicBezTo>
                  <a:lnTo>
                    <a:pt x="1008145" y="20054"/>
                  </a:lnTo>
                  <a:lnTo>
                    <a:pt x="1007444" y="19353"/>
                  </a:lnTo>
                  <a:cubicBezTo>
                    <a:pt x="1007444" y="14865"/>
                    <a:pt x="1011090" y="11359"/>
                    <a:pt x="1015438" y="11359"/>
                  </a:cubicBezTo>
                  <a:close/>
                  <a:moveTo>
                    <a:pt x="937748" y="11359"/>
                  </a:moveTo>
                  <a:cubicBezTo>
                    <a:pt x="942095" y="11359"/>
                    <a:pt x="945741" y="15006"/>
                    <a:pt x="945741" y="19353"/>
                  </a:cubicBezTo>
                  <a:lnTo>
                    <a:pt x="945040" y="20054"/>
                  </a:lnTo>
                  <a:lnTo>
                    <a:pt x="945741" y="20755"/>
                  </a:lnTo>
                  <a:cubicBezTo>
                    <a:pt x="945741" y="25103"/>
                    <a:pt x="942095" y="28748"/>
                    <a:pt x="937748" y="28748"/>
                  </a:cubicBezTo>
                  <a:cubicBezTo>
                    <a:pt x="933400" y="28748"/>
                    <a:pt x="929754" y="25103"/>
                    <a:pt x="929754" y="20755"/>
                  </a:cubicBezTo>
                  <a:lnTo>
                    <a:pt x="930455" y="20054"/>
                  </a:lnTo>
                  <a:lnTo>
                    <a:pt x="929754" y="19353"/>
                  </a:lnTo>
                  <a:cubicBezTo>
                    <a:pt x="929754" y="14865"/>
                    <a:pt x="933400" y="11359"/>
                    <a:pt x="937748" y="11359"/>
                  </a:cubicBezTo>
                  <a:close/>
                  <a:moveTo>
                    <a:pt x="860058" y="11359"/>
                  </a:moveTo>
                  <a:cubicBezTo>
                    <a:pt x="864405" y="11359"/>
                    <a:pt x="868051" y="15006"/>
                    <a:pt x="868051" y="19353"/>
                  </a:cubicBezTo>
                  <a:lnTo>
                    <a:pt x="867350" y="20054"/>
                  </a:lnTo>
                  <a:lnTo>
                    <a:pt x="868051" y="20755"/>
                  </a:lnTo>
                  <a:cubicBezTo>
                    <a:pt x="868051" y="25103"/>
                    <a:pt x="864405" y="28748"/>
                    <a:pt x="860058" y="28748"/>
                  </a:cubicBezTo>
                  <a:cubicBezTo>
                    <a:pt x="855710" y="28748"/>
                    <a:pt x="852064" y="25103"/>
                    <a:pt x="852064" y="20755"/>
                  </a:cubicBezTo>
                  <a:lnTo>
                    <a:pt x="852765" y="20054"/>
                  </a:lnTo>
                  <a:lnTo>
                    <a:pt x="852064" y="19353"/>
                  </a:lnTo>
                  <a:cubicBezTo>
                    <a:pt x="852064" y="14865"/>
                    <a:pt x="855710" y="11359"/>
                    <a:pt x="860058" y="11359"/>
                  </a:cubicBezTo>
                  <a:close/>
                  <a:moveTo>
                    <a:pt x="396444" y="11359"/>
                  </a:moveTo>
                  <a:cubicBezTo>
                    <a:pt x="400931" y="11359"/>
                    <a:pt x="404437" y="15006"/>
                    <a:pt x="404437" y="19353"/>
                  </a:cubicBezTo>
                  <a:lnTo>
                    <a:pt x="403736" y="20054"/>
                  </a:lnTo>
                  <a:lnTo>
                    <a:pt x="404437" y="20755"/>
                  </a:lnTo>
                  <a:cubicBezTo>
                    <a:pt x="404437" y="25103"/>
                    <a:pt x="400791" y="28748"/>
                    <a:pt x="396444" y="28748"/>
                  </a:cubicBezTo>
                  <a:cubicBezTo>
                    <a:pt x="392096" y="28748"/>
                    <a:pt x="388450" y="25103"/>
                    <a:pt x="388450" y="20755"/>
                  </a:cubicBezTo>
                  <a:lnTo>
                    <a:pt x="389151" y="20054"/>
                  </a:lnTo>
                  <a:lnTo>
                    <a:pt x="388450" y="19353"/>
                  </a:lnTo>
                  <a:cubicBezTo>
                    <a:pt x="388450" y="14865"/>
                    <a:pt x="392096" y="11359"/>
                    <a:pt x="396444" y="11359"/>
                  </a:cubicBezTo>
                  <a:close/>
                  <a:moveTo>
                    <a:pt x="318752" y="11359"/>
                  </a:moveTo>
                  <a:cubicBezTo>
                    <a:pt x="323240" y="11359"/>
                    <a:pt x="326746" y="15006"/>
                    <a:pt x="326746" y="19353"/>
                  </a:cubicBezTo>
                  <a:lnTo>
                    <a:pt x="326045" y="20054"/>
                  </a:lnTo>
                  <a:lnTo>
                    <a:pt x="326746" y="20755"/>
                  </a:lnTo>
                  <a:cubicBezTo>
                    <a:pt x="326746" y="25103"/>
                    <a:pt x="323100" y="28748"/>
                    <a:pt x="318752" y="28748"/>
                  </a:cubicBezTo>
                  <a:cubicBezTo>
                    <a:pt x="314405" y="28748"/>
                    <a:pt x="310759" y="25103"/>
                    <a:pt x="310759" y="20755"/>
                  </a:cubicBezTo>
                  <a:lnTo>
                    <a:pt x="311460" y="20054"/>
                  </a:lnTo>
                  <a:lnTo>
                    <a:pt x="310759" y="19353"/>
                  </a:lnTo>
                  <a:cubicBezTo>
                    <a:pt x="310759" y="14865"/>
                    <a:pt x="314405" y="11359"/>
                    <a:pt x="318752" y="11359"/>
                  </a:cubicBezTo>
                  <a:close/>
                  <a:moveTo>
                    <a:pt x="241063" y="11359"/>
                  </a:moveTo>
                  <a:cubicBezTo>
                    <a:pt x="245551" y="11359"/>
                    <a:pt x="249057" y="15006"/>
                    <a:pt x="249057" y="19353"/>
                  </a:cubicBezTo>
                  <a:lnTo>
                    <a:pt x="248356" y="20054"/>
                  </a:lnTo>
                  <a:lnTo>
                    <a:pt x="249057" y="20755"/>
                  </a:lnTo>
                  <a:cubicBezTo>
                    <a:pt x="249057" y="25103"/>
                    <a:pt x="245411" y="28748"/>
                    <a:pt x="241063" y="28748"/>
                  </a:cubicBezTo>
                  <a:cubicBezTo>
                    <a:pt x="236716" y="28748"/>
                    <a:pt x="233070" y="25103"/>
                    <a:pt x="233070" y="20755"/>
                  </a:cubicBezTo>
                  <a:lnTo>
                    <a:pt x="233771" y="20054"/>
                  </a:lnTo>
                  <a:lnTo>
                    <a:pt x="233070" y="19353"/>
                  </a:lnTo>
                  <a:cubicBezTo>
                    <a:pt x="233070" y="14865"/>
                    <a:pt x="236716" y="11359"/>
                    <a:pt x="241063" y="11359"/>
                  </a:cubicBezTo>
                  <a:close/>
                  <a:moveTo>
                    <a:pt x="163373" y="11359"/>
                  </a:moveTo>
                  <a:cubicBezTo>
                    <a:pt x="167861" y="11359"/>
                    <a:pt x="171367" y="15006"/>
                    <a:pt x="171367" y="19353"/>
                  </a:cubicBezTo>
                  <a:lnTo>
                    <a:pt x="170666" y="20054"/>
                  </a:lnTo>
                  <a:lnTo>
                    <a:pt x="171367" y="20755"/>
                  </a:lnTo>
                  <a:cubicBezTo>
                    <a:pt x="171367" y="25103"/>
                    <a:pt x="167721" y="28748"/>
                    <a:pt x="163373" y="28748"/>
                  </a:cubicBezTo>
                  <a:cubicBezTo>
                    <a:pt x="159026" y="28748"/>
                    <a:pt x="155380" y="25103"/>
                    <a:pt x="155380" y="20755"/>
                  </a:cubicBezTo>
                  <a:lnTo>
                    <a:pt x="156081" y="20054"/>
                  </a:lnTo>
                  <a:lnTo>
                    <a:pt x="155380" y="19353"/>
                  </a:lnTo>
                  <a:cubicBezTo>
                    <a:pt x="155380" y="14865"/>
                    <a:pt x="159026" y="11359"/>
                    <a:pt x="163373" y="11359"/>
                  </a:cubicBezTo>
                  <a:close/>
                  <a:moveTo>
                    <a:pt x="85683" y="11359"/>
                  </a:moveTo>
                  <a:cubicBezTo>
                    <a:pt x="90031" y="11359"/>
                    <a:pt x="93677" y="15006"/>
                    <a:pt x="93677" y="19353"/>
                  </a:cubicBezTo>
                  <a:lnTo>
                    <a:pt x="92976" y="20054"/>
                  </a:lnTo>
                  <a:lnTo>
                    <a:pt x="93677" y="20755"/>
                  </a:lnTo>
                  <a:cubicBezTo>
                    <a:pt x="93677" y="25103"/>
                    <a:pt x="90031" y="28748"/>
                    <a:pt x="85683" y="28748"/>
                  </a:cubicBezTo>
                  <a:cubicBezTo>
                    <a:pt x="81336" y="28748"/>
                    <a:pt x="77690" y="25103"/>
                    <a:pt x="77690" y="20755"/>
                  </a:cubicBezTo>
                  <a:lnTo>
                    <a:pt x="78391" y="20054"/>
                  </a:lnTo>
                  <a:lnTo>
                    <a:pt x="77690" y="19353"/>
                  </a:lnTo>
                  <a:cubicBezTo>
                    <a:pt x="77690" y="14865"/>
                    <a:pt x="81336" y="11359"/>
                    <a:pt x="85683" y="11359"/>
                  </a:cubicBezTo>
                  <a:close/>
                  <a:moveTo>
                    <a:pt x="7993" y="11359"/>
                  </a:moveTo>
                  <a:cubicBezTo>
                    <a:pt x="12341" y="11359"/>
                    <a:pt x="15987" y="15006"/>
                    <a:pt x="15987" y="19353"/>
                  </a:cubicBezTo>
                  <a:lnTo>
                    <a:pt x="15286" y="20054"/>
                  </a:lnTo>
                  <a:lnTo>
                    <a:pt x="15987" y="20755"/>
                  </a:lnTo>
                  <a:cubicBezTo>
                    <a:pt x="15987" y="25103"/>
                    <a:pt x="12341" y="28748"/>
                    <a:pt x="7993" y="28748"/>
                  </a:cubicBezTo>
                  <a:cubicBezTo>
                    <a:pt x="3646" y="28748"/>
                    <a:pt x="0" y="25103"/>
                    <a:pt x="0" y="20755"/>
                  </a:cubicBezTo>
                  <a:lnTo>
                    <a:pt x="701" y="20054"/>
                  </a:lnTo>
                  <a:lnTo>
                    <a:pt x="0" y="19353"/>
                  </a:lnTo>
                  <a:cubicBezTo>
                    <a:pt x="0" y="14865"/>
                    <a:pt x="3646" y="11359"/>
                    <a:pt x="7993" y="11359"/>
                  </a:cubicBezTo>
                  <a:close/>
                  <a:moveTo>
                    <a:pt x="531207" y="0"/>
                  </a:moveTo>
                  <a:lnTo>
                    <a:pt x="725432" y="0"/>
                  </a:lnTo>
                  <a:cubicBezTo>
                    <a:pt x="736230" y="0"/>
                    <a:pt x="744784" y="8694"/>
                    <a:pt x="744784" y="19353"/>
                  </a:cubicBezTo>
                  <a:lnTo>
                    <a:pt x="744176" y="20818"/>
                  </a:lnTo>
                  <a:lnTo>
                    <a:pt x="744784" y="22298"/>
                  </a:lnTo>
                  <a:cubicBezTo>
                    <a:pt x="744784" y="32957"/>
                    <a:pt x="736090" y="41651"/>
                    <a:pt x="725432" y="41651"/>
                  </a:cubicBezTo>
                  <a:lnTo>
                    <a:pt x="531207" y="41651"/>
                  </a:lnTo>
                  <a:cubicBezTo>
                    <a:pt x="520549" y="41651"/>
                    <a:pt x="511855" y="32957"/>
                    <a:pt x="511855" y="22298"/>
                  </a:cubicBezTo>
                  <a:lnTo>
                    <a:pt x="512467" y="20825"/>
                  </a:lnTo>
                  <a:lnTo>
                    <a:pt x="511855" y="19353"/>
                  </a:lnTo>
                  <a:cubicBezTo>
                    <a:pt x="511855" y="8694"/>
                    <a:pt x="520549" y="0"/>
                    <a:pt x="531207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35F3CC-72FC-5513-CA2F-F9AA23021A9B}"/>
                </a:ext>
              </a:extLst>
            </p:cNvPr>
            <p:cNvSpPr/>
            <p:nvPr/>
          </p:nvSpPr>
          <p:spPr>
            <a:xfrm>
              <a:off x="1256899" y="1613874"/>
              <a:ext cx="2287411" cy="4612397"/>
            </a:xfrm>
            <a:custGeom>
              <a:avLst/>
              <a:gdLst>
                <a:gd name="connsiteX0" fmla="*/ 206323 w 1734327"/>
                <a:gd name="connsiteY0" fmla="*/ 0 h 3486616"/>
                <a:gd name="connsiteX1" fmla="*/ 1528004 w 1734327"/>
                <a:gd name="connsiteY1" fmla="*/ 0 h 3486616"/>
                <a:gd name="connsiteX2" fmla="*/ 1734328 w 1734327"/>
                <a:gd name="connsiteY2" fmla="*/ 206323 h 3486616"/>
                <a:gd name="connsiteX3" fmla="*/ 1734328 w 1734327"/>
                <a:gd name="connsiteY3" fmla="*/ 3280294 h 3486616"/>
                <a:gd name="connsiteX4" fmla="*/ 1528004 w 1734327"/>
                <a:gd name="connsiteY4" fmla="*/ 3486617 h 3486616"/>
                <a:gd name="connsiteX5" fmla="*/ 206323 w 1734327"/>
                <a:gd name="connsiteY5" fmla="*/ 3486617 h 3486616"/>
                <a:gd name="connsiteX6" fmla="*/ 0 w 1734327"/>
                <a:gd name="connsiteY6" fmla="*/ 3280294 h 3486616"/>
                <a:gd name="connsiteX7" fmla="*/ 0 w 1734327"/>
                <a:gd name="connsiteY7" fmla="*/ 206323 h 3486616"/>
                <a:gd name="connsiteX8" fmla="*/ 206323 w 1734327"/>
                <a:gd name="connsiteY8" fmla="*/ 0 h 3486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34327" h="3486616">
                  <a:moveTo>
                    <a:pt x="206323" y="0"/>
                  </a:moveTo>
                  <a:lnTo>
                    <a:pt x="1528004" y="0"/>
                  </a:lnTo>
                  <a:cubicBezTo>
                    <a:pt x="1641838" y="0"/>
                    <a:pt x="1734328" y="92490"/>
                    <a:pt x="1734328" y="206323"/>
                  </a:cubicBezTo>
                  <a:lnTo>
                    <a:pt x="1734328" y="3280294"/>
                  </a:lnTo>
                  <a:cubicBezTo>
                    <a:pt x="1734328" y="3394127"/>
                    <a:pt x="1641838" y="3486617"/>
                    <a:pt x="1528004" y="3486617"/>
                  </a:cubicBezTo>
                  <a:lnTo>
                    <a:pt x="206323" y="3486617"/>
                  </a:lnTo>
                  <a:cubicBezTo>
                    <a:pt x="92490" y="3486617"/>
                    <a:pt x="0" y="3394127"/>
                    <a:pt x="0" y="3280294"/>
                  </a:cubicBezTo>
                  <a:lnTo>
                    <a:pt x="0" y="206323"/>
                  </a:lnTo>
                  <a:cubicBezTo>
                    <a:pt x="0" y="92490"/>
                    <a:pt x="92490" y="0"/>
                    <a:pt x="206323" y="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A3E9A3C-3DE0-60FD-EA0B-445DE9A714B9}"/>
                </a:ext>
              </a:extLst>
            </p:cNvPr>
            <p:cNvSpPr/>
            <p:nvPr/>
          </p:nvSpPr>
          <p:spPr>
            <a:xfrm>
              <a:off x="2233546" y="1772962"/>
              <a:ext cx="384106" cy="46457"/>
            </a:xfrm>
            <a:custGeom>
              <a:avLst/>
              <a:gdLst>
                <a:gd name="connsiteX0" fmla="*/ 291232 w 291231"/>
                <a:gd name="connsiteY0" fmla="*/ 17612 h 35223"/>
                <a:gd name="connsiteX1" fmla="*/ 273620 w 291231"/>
                <a:gd name="connsiteY1" fmla="*/ 35223 h 35223"/>
                <a:gd name="connsiteX2" fmla="*/ 17612 w 291231"/>
                <a:gd name="connsiteY2" fmla="*/ 35223 h 35223"/>
                <a:gd name="connsiteX3" fmla="*/ 0 w 291231"/>
                <a:gd name="connsiteY3" fmla="*/ 17612 h 35223"/>
                <a:gd name="connsiteX4" fmla="*/ 0 w 291231"/>
                <a:gd name="connsiteY4" fmla="*/ 17612 h 35223"/>
                <a:gd name="connsiteX5" fmla="*/ 17612 w 291231"/>
                <a:gd name="connsiteY5" fmla="*/ 0 h 35223"/>
                <a:gd name="connsiteX6" fmla="*/ 273620 w 291231"/>
                <a:gd name="connsiteY6" fmla="*/ 0 h 35223"/>
                <a:gd name="connsiteX7" fmla="*/ 291232 w 291231"/>
                <a:gd name="connsiteY7" fmla="*/ 17612 h 35223"/>
                <a:gd name="connsiteX8" fmla="*/ 291232 w 291231"/>
                <a:gd name="connsiteY8" fmla="*/ 17612 h 3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1231" h="35223">
                  <a:moveTo>
                    <a:pt x="291232" y="17612"/>
                  </a:moveTo>
                  <a:cubicBezTo>
                    <a:pt x="291232" y="27292"/>
                    <a:pt x="283417" y="35223"/>
                    <a:pt x="273620" y="35223"/>
                  </a:cubicBezTo>
                  <a:lnTo>
                    <a:pt x="17612" y="35223"/>
                  </a:lnTo>
                  <a:cubicBezTo>
                    <a:pt x="7931" y="35223"/>
                    <a:pt x="0" y="27409"/>
                    <a:pt x="0" y="17612"/>
                  </a:cubicBezTo>
                  <a:lnTo>
                    <a:pt x="0" y="17612"/>
                  </a:lnTo>
                  <a:cubicBezTo>
                    <a:pt x="0" y="7931"/>
                    <a:pt x="7931" y="0"/>
                    <a:pt x="17612" y="0"/>
                  </a:cubicBezTo>
                  <a:lnTo>
                    <a:pt x="273620" y="0"/>
                  </a:lnTo>
                  <a:cubicBezTo>
                    <a:pt x="283301" y="0"/>
                    <a:pt x="291232" y="7814"/>
                    <a:pt x="291232" y="17612"/>
                  </a:cubicBezTo>
                  <a:lnTo>
                    <a:pt x="291232" y="1761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242AF61-DE3D-E0A8-881D-F133033134A7}"/>
                </a:ext>
              </a:extLst>
            </p:cNvPr>
            <p:cNvSpPr/>
            <p:nvPr/>
          </p:nvSpPr>
          <p:spPr>
            <a:xfrm>
              <a:off x="2732676" y="1763024"/>
              <a:ext cx="46456" cy="46457"/>
            </a:xfrm>
            <a:custGeom>
              <a:avLst/>
              <a:gdLst>
                <a:gd name="connsiteX0" fmla="*/ 35223 w 35223"/>
                <a:gd name="connsiteY0" fmla="*/ 17612 h 35223"/>
                <a:gd name="connsiteX1" fmla="*/ 17611 w 35223"/>
                <a:gd name="connsiteY1" fmla="*/ 35223 h 35223"/>
                <a:gd name="connsiteX2" fmla="*/ 0 w 35223"/>
                <a:gd name="connsiteY2" fmla="*/ 17612 h 35223"/>
                <a:gd name="connsiteX3" fmla="*/ 17611 w 35223"/>
                <a:gd name="connsiteY3" fmla="*/ 0 h 35223"/>
                <a:gd name="connsiteX4" fmla="*/ 35223 w 35223"/>
                <a:gd name="connsiteY4" fmla="*/ 17612 h 3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23" h="35223">
                  <a:moveTo>
                    <a:pt x="35223" y="17612"/>
                  </a:moveTo>
                  <a:cubicBezTo>
                    <a:pt x="35223" y="27292"/>
                    <a:pt x="27292" y="35223"/>
                    <a:pt x="17611" y="35223"/>
                  </a:cubicBezTo>
                  <a:cubicBezTo>
                    <a:pt x="7931" y="35223"/>
                    <a:pt x="0" y="27409"/>
                    <a:pt x="0" y="17612"/>
                  </a:cubicBezTo>
                  <a:cubicBezTo>
                    <a:pt x="0" y="7814"/>
                    <a:pt x="7931" y="0"/>
                    <a:pt x="17611" y="0"/>
                  </a:cubicBezTo>
                  <a:cubicBezTo>
                    <a:pt x="27292" y="0"/>
                    <a:pt x="35223" y="7814"/>
                    <a:pt x="35223" y="1761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3716" name="Freeform: Shape 3715">
              <a:extLst>
                <a:ext uri="{FF2B5EF4-FFF2-40B4-BE49-F238E27FC236}">
                  <a16:creationId xmlns:a16="http://schemas.microsoft.com/office/drawing/2014/main" id="{0E521D0C-824A-19DB-5B2C-C2CD97C375CC}"/>
                </a:ext>
              </a:extLst>
            </p:cNvPr>
            <p:cNvSpPr/>
            <p:nvPr/>
          </p:nvSpPr>
          <p:spPr>
            <a:xfrm>
              <a:off x="1367961" y="1720353"/>
              <a:ext cx="2074514" cy="4385614"/>
            </a:xfrm>
            <a:custGeom>
              <a:avLst/>
              <a:gdLst>
                <a:gd name="connsiteX0" fmla="*/ 137302 w 1719273"/>
                <a:gd name="connsiteY0" fmla="*/ 0 h 3634618"/>
                <a:gd name="connsiteX1" fmla="*/ 359382 w 1719273"/>
                <a:gd name="connsiteY1" fmla="*/ 0 h 3634618"/>
                <a:gd name="connsiteX2" fmla="*/ 402472 w 1719273"/>
                <a:gd name="connsiteY2" fmla="*/ 43090 h 3634618"/>
                <a:gd name="connsiteX3" fmla="*/ 402472 w 1719273"/>
                <a:gd name="connsiteY3" fmla="*/ 71137 h 3634618"/>
                <a:gd name="connsiteX4" fmla="*/ 503952 w 1719273"/>
                <a:gd name="connsiteY4" fmla="*/ 172616 h 3634618"/>
                <a:gd name="connsiteX5" fmla="*/ 1215067 w 1719273"/>
                <a:gd name="connsiteY5" fmla="*/ 172616 h 3634618"/>
                <a:gd name="connsiteX6" fmla="*/ 1316546 w 1719273"/>
                <a:gd name="connsiteY6" fmla="*/ 71137 h 3634618"/>
                <a:gd name="connsiteX7" fmla="*/ 1316546 w 1719273"/>
                <a:gd name="connsiteY7" fmla="*/ 43090 h 3634618"/>
                <a:gd name="connsiteX8" fmla="*/ 1359636 w 1719273"/>
                <a:gd name="connsiteY8" fmla="*/ 0 h 3634618"/>
                <a:gd name="connsiteX9" fmla="*/ 1581844 w 1719273"/>
                <a:gd name="connsiteY9" fmla="*/ 0 h 3634618"/>
                <a:gd name="connsiteX10" fmla="*/ 1581972 w 1719273"/>
                <a:gd name="connsiteY10" fmla="*/ 0 h 3634618"/>
                <a:gd name="connsiteX11" fmla="*/ 1719273 w 1719273"/>
                <a:gd name="connsiteY11" fmla="*/ 137302 h 3634618"/>
                <a:gd name="connsiteX12" fmla="*/ 1719273 w 1719273"/>
                <a:gd name="connsiteY12" fmla="*/ 3497316 h 3634618"/>
                <a:gd name="connsiteX13" fmla="*/ 1581972 w 1719273"/>
                <a:gd name="connsiteY13" fmla="*/ 3634618 h 3634618"/>
                <a:gd name="connsiteX14" fmla="*/ 137302 w 1719273"/>
                <a:gd name="connsiteY14" fmla="*/ 3634618 h 3634618"/>
                <a:gd name="connsiteX15" fmla="*/ 0 w 1719273"/>
                <a:gd name="connsiteY15" fmla="*/ 3497316 h 3634618"/>
                <a:gd name="connsiteX16" fmla="*/ 0 w 1719273"/>
                <a:gd name="connsiteY16" fmla="*/ 137302 h 3634618"/>
                <a:gd name="connsiteX17" fmla="*/ 137302 w 1719273"/>
                <a:gd name="connsiteY17" fmla="*/ 0 h 3634618"/>
                <a:gd name="connsiteX18" fmla="*/ 34097 w 1719273"/>
                <a:gd name="connsiteY18" fmla="*/ 215657 h 3634618"/>
                <a:gd name="connsiteX19" fmla="*/ 34097 w 1719273"/>
                <a:gd name="connsiteY19" fmla="*/ 3184085 h 3634618"/>
                <a:gd name="connsiteX20" fmla="*/ 1685172 w 1719273"/>
                <a:gd name="connsiteY20" fmla="*/ 3184085 h 3634618"/>
                <a:gd name="connsiteX21" fmla="*/ 1681379 w 1719273"/>
                <a:gd name="connsiteY21" fmla="*/ 2372882 h 3634618"/>
                <a:gd name="connsiteX22" fmla="*/ 1681379 w 1719273"/>
                <a:gd name="connsiteY22" fmla="*/ 215657 h 3634618"/>
                <a:gd name="connsiteX23" fmla="*/ 34097 w 1719273"/>
                <a:gd name="connsiteY23" fmla="*/ 215657 h 363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9273" h="3634618">
                  <a:moveTo>
                    <a:pt x="137302" y="0"/>
                  </a:moveTo>
                  <a:lnTo>
                    <a:pt x="359382" y="0"/>
                  </a:lnTo>
                  <a:cubicBezTo>
                    <a:pt x="383223" y="0"/>
                    <a:pt x="402472" y="19251"/>
                    <a:pt x="402472" y="43090"/>
                  </a:cubicBezTo>
                  <a:lnTo>
                    <a:pt x="402472" y="71137"/>
                  </a:lnTo>
                  <a:cubicBezTo>
                    <a:pt x="402472" y="127104"/>
                    <a:pt x="447858" y="172616"/>
                    <a:pt x="503952" y="172616"/>
                  </a:cubicBezTo>
                  <a:lnTo>
                    <a:pt x="1215067" y="172616"/>
                  </a:lnTo>
                  <a:cubicBezTo>
                    <a:pt x="1271161" y="172616"/>
                    <a:pt x="1316546" y="127230"/>
                    <a:pt x="1316546" y="71137"/>
                  </a:cubicBezTo>
                  <a:lnTo>
                    <a:pt x="1316546" y="43090"/>
                  </a:lnTo>
                  <a:cubicBezTo>
                    <a:pt x="1316546" y="19251"/>
                    <a:pt x="1335796" y="0"/>
                    <a:pt x="1359636" y="0"/>
                  </a:cubicBezTo>
                  <a:lnTo>
                    <a:pt x="1581844" y="0"/>
                  </a:lnTo>
                  <a:lnTo>
                    <a:pt x="1581972" y="0"/>
                  </a:lnTo>
                  <a:cubicBezTo>
                    <a:pt x="1657698" y="0"/>
                    <a:pt x="1719273" y="61576"/>
                    <a:pt x="1719273" y="137302"/>
                  </a:cubicBezTo>
                  <a:lnTo>
                    <a:pt x="1719273" y="3497316"/>
                  </a:lnTo>
                  <a:cubicBezTo>
                    <a:pt x="1719273" y="3573043"/>
                    <a:pt x="1657698" y="3634618"/>
                    <a:pt x="1581972" y="3634618"/>
                  </a:cubicBezTo>
                  <a:lnTo>
                    <a:pt x="137302" y="3634618"/>
                  </a:lnTo>
                  <a:cubicBezTo>
                    <a:pt x="61576" y="3634618"/>
                    <a:pt x="0" y="3573043"/>
                    <a:pt x="0" y="3497316"/>
                  </a:cubicBezTo>
                  <a:lnTo>
                    <a:pt x="0" y="137302"/>
                  </a:lnTo>
                  <a:cubicBezTo>
                    <a:pt x="0" y="61576"/>
                    <a:pt x="61576" y="0"/>
                    <a:pt x="137302" y="0"/>
                  </a:cubicBezTo>
                  <a:close/>
                  <a:moveTo>
                    <a:pt x="34097" y="215657"/>
                  </a:moveTo>
                  <a:lnTo>
                    <a:pt x="34097" y="3184085"/>
                  </a:lnTo>
                  <a:lnTo>
                    <a:pt x="1685172" y="3184085"/>
                  </a:lnTo>
                  <a:cubicBezTo>
                    <a:pt x="1685325" y="2911860"/>
                    <a:pt x="1681226" y="2645108"/>
                    <a:pt x="1681379" y="2372882"/>
                  </a:cubicBezTo>
                  <a:lnTo>
                    <a:pt x="1681379" y="215657"/>
                  </a:lnTo>
                  <a:lnTo>
                    <a:pt x="34097" y="2156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99000" sy="99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671" name="Freeform: Shape 3670">
              <a:extLst>
                <a:ext uri="{FF2B5EF4-FFF2-40B4-BE49-F238E27FC236}">
                  <a16:creationId xmlns:a16="http://schemas.microsoft.com/office/drawing/2014/main" id="{133F4508-021F-3FEB-DF43-D48328C79CEE}"/>
                </a:ext>
              </a:extLst>
            </p:cNvPr>
            <p:cNvSpPr/>
            <p:nvPr/>
          </p:nvSpPr>
          <p:spPr>
            <a:xfrm>
              <a:off x="1404794" y="1962660"/>
              <a:ext cx="2012152" cy="3617590"/>
            </a:xfrm>
            <a:custGeom>
              <a:avLst/>
              <a:gdLst>
                <a:gd name="connsiteX0" fmla="*/ 2637480 w 2815146"/>
                <a:gd name="connsiteY0" fmla="*/ 432913 h 3939832"/>
                <a:gd name="connsiteX1" fmla="*/ 155489 w 2815146"/>
                <a:gd name="connsiteY1" fmla="*/ 432913 h 3939832"/>
                <a:gd name="connsiteX2" fmla="*/ 155490 w 2815146"/>
                <a:gd name="connsiteY2" fmla="*/ 2914898 h 3939832"/>
                <a:gd name="connsiteX3" fmla="*/ 2637480 w 2815146"/>
                <a:gd name="connsiteY3" fmla="*/ 2914898 h 3939832"/>
                <a:gd name="connsiteX4" fmla="*/ 2815146 w 2815146"/>
                <a:gd name="connsiteY4" fmla="*/ 0 h 3939832"/>
                <a:gd name="connsiteX5" fmla="*/ 2815146 w 2815146"/>
                <a:gd name="connsiteY5" fmla="*/ 2863167 h 3939832"/>
                <a:gd name="connsiteX6" fmla="*/ 2523724 w 2815146"/>
                <a:gd name="connsiteY6" fmla="*/ 3939832 h 3939832"/>
                <a:gd name="connsiteX7" fmla="*/ 0 w 2815146"/>
                <a:gd name="connsiteY7" fmla="*/ 3939832 h 3939832"/>
                <a:gd name="connsiteX8" fmla="*/ 0 w 2815146"/>
                <a:gd name="connsiteY8" fmla="*/ 0 h 3939832"/>
                <a:gd name="connsiteX0" fmla="*/ 2637480 w 2815146"/>
                <a:gd name="connsiteY0" fmla="*/ 432913 h 3947098"/>
                <a:gd name="connsiteX1" fmla="*/ 155489 w 2815146"/>
                <a:gd name="connsiteY1" fmla="*/ 432913 h 3947098"/>
                <a:gd name="connsiteX2" fmla="*/ 155490 w 2815146"/>
                <a:gd name="connsiteY2" fmla="*/ 2914898 h 3947098"/>
                <a:gd name="connsiteX3" fmla="*/ 2637480 w 2815146"/>
                <a:gd name="connsiteY3" fmla="*/ 2914898 h 3947098"/>
                <a:gd name="connsiteX4" fmla="*/ 2637480 w 2815146"/>
                <a:gd name="connsiteY4" fmla="*/ 432913 h 3947098"/>
                <a:gd name="connsiteX5" fmla="*/ 2815146 w 2815146"/>
                <a:gd name="connsiteY5" fmla="*/ 0 h 3947098"/>
                <a:gd name="connsiteX6" fmla="*/ 2815146 w 2815146"/>
                <a:gd name="connsiteY6" fmla="*/ 2863167 h 3947098"/>
                <a:gd name="connsiteX7" fmla="*/ 2814362 w 2815146"/>
                <a:gd name="connsiteY7" fmla="*/ 3947098 h 3947098"/>
                <a:gd name="connsiteX8" fmla="*/ 0 w 2815146"/>
                <a:gd name="connsiteY8" fmla="*/ 3939832 h 3947098"/>
                <a:gd name="connsiteX9" fmla="*/ 0 w 2815146"/>
                <a:gd name="connsiteY9" fmla="*/ 0 h 3947098"/>
                <a:gd name="connsiteX10" fmla="*/ 2815146 w 2815146"/>
                <a:gd name="connsiteY10" fmla="*/ 0 h 3947098"/>
                <a:gd name="connsiteX0" fmla="*/ 2637480 w 2821635"/>
                <a:gd name="connsiteY0" fmla="*/ 432913 h 3939832"/>
                <a:gd name="connsiteX1" fmla="*/ 155489 w 2821635"/>
                <a:gd name="connsiteY1" fmla="*/ 432913 h 3939832"/>
                <a:gd name="connsiteX2" fmla="*/ 155490 w 2821635"/>
                <a:gd name="connsiteY2" fmla="*/ 2914898 h 3939832"/>
                <a:gd name="connsiteX3" fmla="*/ 2637480 w 2821635"/>
                <a:gd name="connsiteY3" fmla="*/ 2914898 h 3939832"/>
                <a:gd name="connsiteX4" fmla="*/ 2637480 w 2821635"/>
                <a:gd name="connsiteY4" fmla="*/ 432913 h 3939832"/>
                <a:gd name="connsiteX5" fmla="*/ 2815146 w 2821635"/>
                <a:gd name="connsiteY5" fmla="*/ 0 h 3939832"/>
                <a:gd name="connsiteX6" fmla="*/ 2815146 w 2821635"/>
                <a:gd name="connsiteY6" fmla="*/ 2863167 h 3939832"/>
                <a:gd name="connsiteX7" fmla="*/ 2821628 w 2821635"/>
                <a:gd name="connsiteY7" fmla="*/ 3939832 h 3939832"/>
                <a:gd name="connsiteX8" fmla="*/ 0 w 2821635"/>
                <a:gd name="connsiteY8" fmla="*/ 3939832 h 3939832"/>
                <a:gd name="connsiteX9" fmla="*/ 0 w 2821635"/>
                <a:gd name="connsiteY9" fmla="*/ 0 h 3939832"/>
                <a:gd name="connsiteX10" fmla="*/ 2815146 w 2821635"/>
                <a:gd name="connsiteY10" fmla="*/ 0 h 3939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21635" h="3939832">
                  <a:moveTo>
                    <a:pt x="2637480" y="432913"/>
                  </a:moveTo>
                  <a:lnTo>
                    <a:pt x="155489" y="432913"/>
                  </a:lnTo>
                  <a:cubicBezTo>
                    <a:pt x="155489" y="1260241"/>
                    <a:pt x="155490" y="2087570"/>
                    <a:pt x="155490" y="2914898"/>
                  </a:cubicBezTo>
                  <a:lnTo>
                    <a:pt x="2637480" y="2914898"/>
                  </a:lnTo>
                  <a:lnTo>
                    <a:pt x="2637480" y="432913"/>
                  </a:lnTo>
                  <a:close/>
                  <a:moveTo>
                    <a:pt x="2815146" y="0"/>
                  </a:moveTo>
                  <a:lnTo>
                    <a:pt x="2815146" y="2863167"/>
                  </a:lnTo>
                  <a:cubicBezTo>
                    <a:pt x="2814885" y="3224477"/>
                    <a:pt x="2821889" y="3578522"/>
                    <a:pt x="2821628" y="3939832"/>
                  </a:cubicBezTo>
                  <a:lnTo>
                    <a:pt x="0" y="3939832"/>
                  </a:lnTo>
                  <a:lnTo>
                    <a:pt x="0" y="0"/>
                  </a:lnTo>
                  <a:lnTo>
                    <a:pt x="281514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721" name="Freeform: Shape 3720">
              <a:extLst>
                <a:ext uri="{FF2B5EF4-FFF2-40B4-BE49-F238E27FC236}">
                  <a16:creationId xmlns:a16="http://schemas.microsoft.com/office/drawing/2014/main" id="{D366027E-0531-3C47-B015-016442ED0560}"/>
                </a:ext>
              </a:extLst>
            </p:cNvPr>
            <p:cNvSpPr/>
            <p:nvPr/>
          </p:nvSpPr>
          <p:spPr bwMode="auto">
            <a:xfrm>
              <a:off x="1503574" y="2350087"/>
              <a:ext cx="1827817" cy="2301772"/>
            </a:xfrm>
            <a:custGeom>
              <a:avLst/>
              <a:gdLst>
                <a:gd name="connsiteX0" fmla="*/ 0 w 1452337"/>
                <a:gd name="connsiteY0" fmla="*/ 0 h 1870028"/>
                <a:gd name="connsiteX1" fmla="*/ 1452337 w 1452337"/>
                <a:gd name="connsiteY1" fmla="*/ 0 h 1870028"/>
                <a:gd name="connsiteX2" fmla="*/ 1452337 w 1452337"/>
                <a:gd name="connsiteY2" fmla="*/ 1870028 h 1870028"/>
                <a:gd name="connsiteX3" fmla="*/ 1 w 1452337"/>
                <a:gd name="connsiteY3" fmla="*/ 1870028 h 1870028"/>
                <a:gd name="connsiteX4" fmla="*/ 0 w 1452337"/>
                <a:gd name="connsiteY4" fmla="*/ 0 h 18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2337" h="1870028">
                  <a:moveTo>
                    <a:pt x="0" y="0"/>
                  </a:moveTo>
                  <a:lnTo>
                    <a:pt x="1452337" y="0"/>
                  </a:lnTo>
                  <a:lnTo>
                    <a:pt x="1452337" y="1870028"/>
                  </a:lnTo>
                  <a:lnTo>
                    <a:pt x="1" y="1870028"/>
                  </a:lnTo>
                  <a:cubicBezTo>
                    <a:pt x="1" y="1246685"/>
                    <a:pt x="0" y="623342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3748" name="Freeform: Shape 3747">
            <a:extLst>
              <a:ext uri="{FF2B5EF4-FFF2-40B4-BE49-F238E27FC236}">
                <a16:creationId xmlns:a16="http://schemas.microsoft.com/office/drawing/2014/main" id="{AD7F18C5-5067-E3F8-F34E-25652AA73918}"/>
              </a:ext>
            </a:extLst>
          </p:cNvPr>
          <p:cNvSpPr/>
          <p:nvPr/>
        </p:nvSpPr>
        <p:spPr bwMode="auto">
          <a:xfrm>
            <a:off x="1845629" y="2077105"/>
            <a:ext cx="1391848" cy="2796339"/>
          </a:xfrm>
          <a:custGeom>
            <a:avLst/>
            <a:gdLst>
              <a:gd name="connsiteX0" fmla="*/ 372101 w 1395744"/>
              <a:gd name="connsiteY0" fmla="*/ 2682895 h 2804165"/>
              <a:gd name="connsiteX1" fmla="*/ 293013 w 1395744"/>
              <a:gd name="connsiteY1" fmla="*/ 2721040 h 2804165"/>
              <a:gd name="connsiteX2" fmla="*/ 293108 w 1395744"/>
              <a:gd name="connsiteY2" fmla="*/ 2788389 h 2804165"/>
              <a:gd name="connsiteX3" fmla="*/ 79084 w 1395744"/>
              <a:gd name="connsiteY3" fmla="*/ 2677349 h 2804165"/>
              <a:gd name="connsiteX4" fmla="*/ 25527 w 1395744"/>
              <a:gd name="connsiteY4" fmla="*/ 2693578 h 2804165"/>
              <a:gd name="connsiteX5" fmla="*/ 8893 w 1395744"/>
              <a:gd name="connsiteY5" fmla="*/ 2746976 h 2804165"/>
              <a:gd name="connsiteX6" fmla="*/ 55135 w 1395744"/>
              <a:gd name="connsiteY6" fmla="*/ 2794274 h 2804165"/>
              <a:gd name="connsiteX7" fmla="*/ 90143 w 1395744"/>
              <a:gd name="connsiteY7" fmla="*/ 2791065 h 2804165"/>
              <a:gd name="connsiteX8" fmla="*/ 96783 w 1395744"/>
              <a:gd name="connsiteY8" fmla="*/ 2789699 h 2804165"/>
              <a:gd name="connsiteX9" fmla="*/ 101359 w 1395744"/>
              <a:gd name="connsiteY9" fmla="*/ 2790382 h 2804165"/>
              <a:gd name="connsiteX10" fmla="*/ 120250 w 1395744"/>
              <a:gd name="connsiteY10" fmla="*/ 2796174 h 2804165"/>
              <a:gd name="connsiteX11" fmla="*/ 122300 w 1395744"/>
              <a:gd name="connsiteY11" fmla="*/ 2795720 h 2804165"/>
              <a:gd name="connsiteX12" fmla="*/ 122983 w 1395744"/>
              <a:gd name="connsiteY12" fmla="*/ 2793734 h 2804165"/>
              <a:gd name="connsiteX13" fmla="*/ 119130 w 1395744"/>
              <a:gd name="connsiteY13" fmla="*/ 2773247 h 2804165"/>
              <a:gd name="connsiteX14" fmla="*/ 120765 w 1395744"/>
              <a:gd name="connsiteY14" fmla="*/ 2762737 h 2804165"/>
              <a:gd name="connsiteX15" fmla="*/ 120765 w 1395744"/>
              <a:gd name="connsiteY15" fmla="*/ 2762729 h 2804165"/>
              <a:gd name="connsiteX16" fmla="*/ 125547 w 1395744"/>
              <a:gd name="connsiteY16" fmla="*/ 2721795 h 2804165"/>
              <a:gd name="connsiteX17" fmla="*/ 79084 w 1395744"/>
              <a:gd name="connsiteY17" fmla="*/ 2677349 h 2804165"/>
              <a:gd name="connsiteX18" fmla="*/ 245715 w 1395744"/>
              <a:gd name="connsiteY18" fmla="*/ 2676260 h 2804165"/>
              <a:gd name="connsiteX19" fmla="*/ 289677 w 1395744"/>
              <a:gd name="connsiteY19" fmla="*/ 2713899 h 2804165"/>
              <a:gd name="connsiteX20" fmla="*/ 367694 w 1395744"/>
              <a:gd name="connsiteY20" fmla="*/ 2676260 h 2804165"/>
              <a:gd name="connsiteX21" fmla="*/ 80531 w 1395744"/>
              <a:gd name="connsiteY21" fmla="*/ 2669594 h 2804165"/>
              <a:gd name="connsiteX22" fmla="*/ 133230 w 1395744"/>
              <a:gd name="connsiteY22" fmla="*/ 2720007 h 2804165"/>
              <a:gd name="connsiteX23" fmla="*/ 127797 w 1395744"/>
              <a:gd name="connsiteY23" fmla="*/ 2766304 h 2804165"/>
              <a:gd name="connsiteX24" fmla="*/ 126875 w 1395744"/>
              <a:gd name="connsiteY24" fmla="*/ 2771786 h 2804165"/>
              <a:gd name="connsiteX25" fmla="*/ 130728 w 1395744"/>
              <a:gd name="connsiteY25" fmla="*/ 2792282 h 2804165"/>
              <a:gd name="connsiteX26" fmla="*/ 127566 w 1395744"/>
              <a:gd name="connsiteY26" fmla="*/ 2801599 h 2804165"/>
              <a:gd name="connsiteX27" fmla="*/ 120909 w 1395744"/>
              <a:gd name="connsiteY27" fmla="*/ 2804165 h 2804165"/>
              <a:gd name="connsiteX28" fmla="*/ 117937 w 1395744"/>
              <a:gd name="connsiteY28" fmla="*/ 2803712 h 2804165"/>
              <a:gd name="connsiteX29" fmla="*/ 99048 w 1395744"/>
              <a:gd name="connsiteY29" fmla="*/ 2797922 h 2804165"/>
              <a:gd name="connsiteX30" fmla="*/ 93161 w 1395744"/>
              <a:gd name="connsiteY30" fmla="*/ 2798351 h 2804165"/>
              <a:gd name="connsiteX31" fmla="*/ 53538 w 1395744"/>
              <a:gd name="connsiteY31" fmla="*/ 2802005 h 2804165"/>
              <a:gd name="connsiteX32" fmla="*/ 1132 w 1395744"/>
              <a:gd name="connsiteY32" fmla="*/ 2748368 h 2804165"/>
              <a:gd name="connsiteX33" fmla="*/ 19975 w 1395744"/>
              <a:gd name="connsiteY33" fmla="*/ 2687977 h 2804165"/>
              <a:gd name="connsiteX34" fmla="*/ 80531 w 1395744"/>
              <a:gd name="connsiteY34" fmla="*/ 2669594 h 2804165"/>
              <a:gd name="connsiteX35" fmla="*/ 235047 w 1395744"/>
              <a:gd name="connsiteY35" fmla="*/ 2668372 h 2804165"/>
              <a:gd name="connsiteX36" fmla="*/ 384947 w 1395744"/>
              <a:gd name="connsiteY36" fmla="*/ 2668372 h 2804165"/>
              <a:gd name="connsiteX37" fmla="*/ 388475 w 1395744"/>
              <a:gd name="connsiteY37" fmla="*/ 2670549 h 2804165"/>
              <a:gd name="connsiteX38" fmla="*/ 388109 w 1395744"/>
              <a:gd name="connsiteY38" fmla="*/ 2674687 h 2804165"/>
              <a:gd name="connsiteX39" fmla="*/ 292338 w 1395744"/>
              <a:gd name="connsiteY39" fmla="*/ 2802577 h 2804165"/>
              <a:gd name="connsiteX40" fmla="*/ 289177 w 1395744"/>
              <a:gd name="connsiteY40" fmla="*/ 2804157 h 2804165"/>
              <a:gd name="connsiteX41" fmla="*/ 287937 w 1395744"/>
              <a:gd name="connsiteY41" fmla="*/ 2803958 h 2804165"/>
              <a:gd name="connsiteX42" fmla="*/ 285236 w 1395744"/>
              <a:gd name="connsiteY42" fmla="*/ 2800217 h 2804165"/>
              <a:gd name="connsiteX43" fmla="*/ 285133 w 1395744"/>
              <a:gd name="connsiteY43" fmla="*/ 2720389 h 2804165"/>
              <a:gd name="connsiteX44" fmla="*/ 232482 w 1395744"/>
              <a:gd name="connsiteY44" fmla="*/ 2675316 h 2804165"/>
              <a:gd name="connsiteX45" fmla="*/ 231345 w 1395744"/>
              <a:gd name="connsiteY45" fmla="*/ 2670954 h 2804165"/>
              <a:gd name="connsiteX46" fmla="*/ 235047 w 1395744"/>
              <a:gd name="connsiteY46" fmla="*/ 2668372 h 2804165"/>
              <a:gd name="connsiteX47" fmla="*/ 1222871 w 1395744"/>
              <a:gd name="connsiteY47" fmla="*/ 2649925 h 2804165"/>
              <a:gd name="connsiteX48" fmla="*/ 1217382 w 1395744"/>
              <a:gd name="connsiteY48" fmla="*/ 2655407 h 2804165"/>
              <a:gd name="connsiteX49" fmla="*/ 1217382 w 1395744"/>
              <a:gd name="connsiteY49" fmla="*/ 2782167 h 2804165"/>
              <a:gd name="connsiteX50" fmla="*/ 1218455 w 1395744"/>
              <a:gd name="connsiteY50" fmla="*/ 2783835 h 2804165"/>
              <a:gd name="connsiteX51" fmla="*/ 1220409 w 1395744"/>
              <a:gd name="connsiteY51" fmla="*/ 2783564 h 2804165"/>
              <a:gd name="connsiteX52" fmla="*/ 1273204 w 1395744"/>
              <a:gd name="connsiteY52" fmla="*/ 2738317 h 2804165"/>
              <a:gd name="connsiteX53" fmla="*/ 1278335 w 1395744"/>
              <a:gd name="connsiteY53" fmla="*/ 2738317 h 2804165"/>
              <a:gd name="connsiteX54" fmla="*/ 1331122 w 1395744"/>
              <a:gd name="connsiteY54" fmla="*/ 2783564 h 2804165"/>
              <a:gd name="connsiteX55" fmla="*/ 1331122 w 1395744"/>
              <a:gd name="connsiteY55" fmla="*/ 2783557 h 2804165"/>
              <a:gd name="connsiteX56" fmla="*/ 1333085 w 1395744"/>
              <a:gd name="connsiteY56" fmla="*/ 2783835 h 2804165"/>
              <a:gd name="connsiteX57" fmla="*/ 1334156 w 1395744"/>
              <a:gd name="connsiteY57" fmla="*/ 2782167 h 2804165"/>
              <a:gd name="connsiteX58" fmla="*/ 1334156 w 1395744"/>
              <a:gd name="connsiteY58" fmla="*/ 2655407 h 2804165"/>
              <a:gd name="connsiteX59" fmla="*/ 1328667 w 1395744"/>
              <a:gd name="connsiteY59" fmla="*/ 2649925 h 2804165"/>
              <a:gd name="connsiteX60" fmla="*/ 1222871 w 1395744"/>
              <a:gd name="connsiteY60" fmla="*/ 2642037 h 2804165"/>
              <a:gd name="connsiteX61" fmla="*/ 1328676 w 1395744"/>
              <a:gd name="connsiteY61" fmla="*/ 2642037 h 2804165"/>
              <a:gd name="connsiteX62" fmla="*/ 1342045 w 1395744"/>
              <a:gd name="connsiteY62" fmla="*/ 2655407 h 2804165"/>
              <a:gd name="connsiteX63" fmla="*/ 1342045 w 1395744"/>
              <a:gd name="connsiteY63" fmla="*/ 2782167 h 2804165"/>
              <a:gd name="connsiteX64" fmla="*/ 1336389 w 1395744"/>
              <a:gd name="connsiteY64" fmla="*/ 2791000 h 2804165"/>
              <a:gd name="connsiteX65" fmla="*/ 1325991 w 1395744"/>
              <a:gd name="connsiteY65" fmla="*/ 2789554 h 2804165"/>
              <a:gd name="connsiteX66" fmla="*/ 1275769 w 1395744"/>
              <a:gd name="connsiteY66" fmla="*/ 2746499 h 2804165"/>
              <a:gd name="connsiteX67" fmla="*/ 1225541 w 1395744"/>
              <a:gd name="connsiteY67" fmla="*/ 2789554 h 2804165"/>
              <a:gd name="connsiteX68" fmla="*/ 1219249 w 1395744"/>
              <a:gd name="connsiteY68" fmla="*/ 2791906 h 2804165"/>
              <a:gd name="connsiteX69" fmla="*/ 1215158 w 1395744"/>
              <a:gd name="connsiteY69" fmla="*/ 2791000 h 2804165"/>
              <a:gd name="connsiteX70" fmla="*/ 1209502 w 1395744"/>
              <a:gd name="connsiteY70" fmla="*/ 2782167 h 2804165"/>
              <a:gd name="connsiteX71" fmla="*/ 1209502 w 1395744"/>
              <a:gd name="connsiteY71" fmla="*/ 2655407 h 2804165"/>
              <a:gd name="connsiteX72" fmla="*/ 1222871 w 1395744"/>
              <a:gd name="connsiteY72" fmla="*/ 2642037 h 2804165"/>
              <a:gd name="connsiteX73" fmla="*/ 1383786 w 1395744"/>
              <a:gd name="connsiteY73" fmla="*/ 0 h 2804165"/>
              <a:gd name="connsiteX74" fmla="*/ 1395744 w 1395744"/>
              <a:gd name="connsiteY74" fmla="*/ 11483 h 2804165"/>
              <a:gd name="connsiteX75" fmla="*/ 1383786 w 1395744"/>
              <a:gd name="connsiteY75" fmla="*/ 23123 h 2804165"/>
              <a:gd name="connsiteX76" fmla="*/ 1371665 w 1395744"/>
              <a:gd name="connsiteY76" fmla="*/ 11483 h 2804165"/>
              <a:gd name="connsiteX77" fmla="*/ 1383786 w 1395744"/>
              <a:gd name="connsiteY77" fmla="*/ 0 h 2804165"/>
              <a:gd name="connsiteX78" fmla="*/ 1340261 w 1395744"/>
              <a:gd name="connsiteY78" fmla="*/ 0 h 2804165"/>
              <a:gd name="connsiteX79" fmla="*/ 1352218 w 1395744"/>
              <a:gd name="connsiteY79" fmla="*/ 11483 h 2804165"/>
              <a:gd name="connsiteX80" fmla="*/ 1340261 w 1395744"/>
              <a:gd name="connsiteY80" fmla="*/ 23123 h 2804165"/>
              <a:gd name="connsiteX81" fmla="*/ 1328140 w 1395744"/>
              <a:gd name="connsiteY81" fmla="*/ 11483 h 2804165"/>
              <a:gd name="connsiteX82" fmla="*/ 1340261 w 1395744"/>
              <a:gd name="connsiteY82" fmla="*/ 0 h 2804165"/>
              <a:gd name="connsiteX83" fmla="*/ 1296738 w 1395744"/>
              <a:gd name="connsiteY83" fmla="*/ 0 h 2804165"/>
              <a:gd name="connsiteX84" fmla="*/ 1308694 w 1395744"/>
              <a:gd name="connsiteY84" fmla="*/ 11483 h 2804165"/>
              <a:gd name="connsiteX85" fmla="*/ 1296738 w 1395744"/>
              <a:gd name="connsiteY85" fmla="*/ 23123 h 2804165"/>
              <a:gd name="connsiteX86" fmla="*/ 1284616 w 1395744"/>
              <a:gd name="connsiteY86" fmla="*/ 11483 h 2804165"/>
              <a:gd name="connsiteX87" fmla="*/ 1296738 w 1395744"/>
              <a:gd name="connsiteY87" fmla="*/ 0 h 280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1395744" h="2804165">
                <a:moveTo>
                  <a:pt x="372101" y="2682895"/>
                </a:moveTo>
                <a:lnTo>
                  <a:pt x="293013" y="2721040"/>
                </a:lnTo>
                <a:lnTo>
                  <a:pt x="293108" y="2788389"/>
                </a:lnTo>
                <a:close/>
                <a:moveTo>
                  <a:pt x="79084" y="2677349"/>
                </a:moveTo>
                <a:cubicBezTo>
                  <a:pt x="59194" y="2673631"/>
                  <a:pt x="39668" y="2679549"/>
                  <a:pt x="25527" y="2693578"/>
                </a:cubicBezTo>
                <a:cubicBezTo>
                  <a:pt x="11388" y="2707607"/>
                  <a:pt x="5326" y="2727069"/>
                  <a:pt x="8893" y="2746976"/>
                </a:cubicBezTo>
                <a:cubicBezTo>
                  <a:pt x="13088" y="2770412"/>
                  <a:pt x="31669" y="2789422"/>
                  <a:pt x="55135" y="2794274"/>
                </a:cubicBezTo>
                <a:cubicBezTo>
                  <a:pt x="67010" y="2796729"/>
                  <a:pt x="79109" y="2795617"/>
                  <a:pt x="90143" y="2791065"/>
                </a:cubicBezTo>
                <a:cubicBezTo>
                  <a:pt x="92343" y="2790160"/>
                  <a:pt x="94582" y="2789699"/>
                  <a:pt x="96783" y="2789699"/>
                </a:cubicBezTo>
                <a:cubicBezTo>
                  <a:pt x="98341" y="2789699"/>
                  <a:pt x="99873" y="2789929"/>
                  <a:pt x="101359" y="2790382"/>
                </a:cubicBezTo>
                <a:lnTo>
                  <a:pt x="120250" y="2796174"/>
                </a:lnTo>
                <a:cubicBezTo>
                  <a:pt x="121314" y="2796507"/>
                  <a:pt x="122037" y="2795967"/>
                  <a:pt x="122300" y="2795720"/>
                </a:cubicBezTo>
                <a:cubicBezTo>
                  <a:pt x="122569" y="2795483"/>
                  <a:pt x="123181" y="2794806"/>
                  <a:pt x="122983" y="2793734"/>
                </a:cubicBezTo>
                <a:lnTo>
                  <a:pt x="119130" y="2773247"/>
                </a:lnTo>
                <a:cubicBezTo>
                  <a:pt x="118470" y="2769775"/>
                  <a:pt x="119034" y="2766137"/>
                  <a:pt x="120765" y="2762737"/>
                </a:cubicBezTo>
                <a:lnTo>
                  <a:pt x="120765" y="2762729"/>
                </a:lnTo>
                <a:cubicBezTo>
                  <a:pt x="127185" y="2750075"/>
                  <a:pt x="128836" y="2735919"/>
                  <a:pt x="125547" y="2721795"/>
                </a:cubicBezTo>
                <a:cubicBezTo>
                  <a:pt x="120329" y="2699424"/>
                  <a:pt x="101661" y="2681559"/>
                  <a:pt x="79084" y="2677349"/>
                </a:cubicBezTo>
                <a:close/>
                <a:moveTo>
                  <a:pt x="245715" y="2676260"/>
                </a:moveTo>
                <a:lnTo>
                  <a:pt x="289677" y="2713899"/>
                </a:lnTo>
                <a:lnTo>
                  <a:pt x="367694" y="2676260"/>
                </a:lnTo>
                <a:close/>
                <a:moveTo>
                  <a:pt x="80531" y="2669594"/>
                </a:moveTo>
                <a:cubicBezTo>
                  <a:pt x="106133" y="2674377"/>
                  <a:pt x="127312" y="2694635"/>
                  <a:pt x="133230" y="2720007"/>
                </a:cubicBezTo>
                <a:cubicBezTo>
                  <a:pt x="136948" y="2735959"/>
                  <a:pt x="135064" y="2751973"/>
                  <a:pt x="127797" y="2766304"/>
                </a:cubicBezTo>
                <a:cubicBezTo>
                  <a:pt x="127144" y="2767584"/>
                  <a:pt x="126461" y="2769577"/>
                  <a:pt x="126875" y="2771786"/>
                </a:cubicBezTo>
                <a:lnTo>
                  <a:pt x="130728" y="2792282"/>
                </a:lnTo>
                <a:cubicBezTo>
                  <a:pt x="131387" y="2795752"/>
                  <a:pt x="130203" y="2799239"/>
                  <a:pt x="127566" y="2801599"/>
                </a:cubicBezTo>
                <a:cubicBezTo>
                  <a:pt x="125683" y="2803275"/>
                  <a:pt x="123332" y="2804165"/>
                  <a:pt x="120909" y="2804165"/>
                </a:cubicBezTo>
                <a:cubicBezTo>
                  <a:pt x="119916" y="2804165"/>
                  <a:pt x="118923" y="2804014"/>
                  <a:pt x="117937" y="2803712"/>
                </a:cubicBezTo>
                <a:lnTo>
                  <a:pt x="99048" y="2797922"/>
                </a:lnTo>
                <a:cubicBezTo>
                  <a:pt x="96744" y="2797222"/>
                  <a:pt x="94576" y="2797771"/>
                  <a:pt x="93161" y="2798351"/>
                </a:cubicBezTo>
                <a:cubicBezTo>
                  <a:pt x="80650" y="2803514"/>
                  <a:pt x="66955" y="2804768"/>
                  <a:pt x="53538" y="2802005"/>
                </a:cubicBezTo>
                <a:cubicBezTo>
                  <a:pt x="26942" y="2796499"/>
                  <a:pt x="5883" y="2774947"/>
                  <a:pt x="1132" y="2748368"/>
                </a:cubicBezTo>
                <a:cubicBezTo>
                  <a:pt x="-2903" y="2725870"/>
                  <a:pt x="3967" y="2703865"/>
                  <a:pt x="19975" y="2687977"/>
                </a:cubicBezTo>
                <a:cubicBezTo>
                  <a:pt x="35974" y="2672097"/>
                  <a:pt x="58050" y="2665385"/>
                  <a:pt x="80531" y="2669594"/>
                </a:cubicBezTo>
                <a:close/>
                <a:moveTo>
                  <a:pt x="235047" y="2668372"/>
                </a:moveTo>
                <a:lnTo>
                  <a:pt x="384947" y="2668372"/>
                </a:lnTo>
                <a:cubicBezTo>
                  <a:pt x="386440" y="2668372"/>
                  <a:pt x="387807" y="2669214"/>
                  <a:pt x="388475" y="2670549"/>
                </a:cubicBezTo>
                <a:cubicBezTo>
                  <a:pt x="389141" y="2671891"/>
                  <a:pt x="388998" y="2673488"/>
                  <a:pt x="388109" y="2674687"/>
                </a:cubicBezTo>
                <a:lnTo>
                  <a:pt x="292338" y="2802577"/>
                </a:lnTo>
                <a:cubicBezTo>
                  <a:pt x="291576" y="2803594"/>
                  <a:pt x="290391" y="2804157"/>
                  <a:pt x="289177" y="2804157"/>
                </a:cubicBezTo>
                <a:cubicBezTo>
                  <a:pt x="288763" y="2804157"/>
                  <a:pt x="288342" y="2804094"/>
                  <a:pt x="287937" y="2803958"/>
                </a:cubicBezTo>
                <a:cubicBezTo>
                  <a:pt x="286325" y="2803427"/>
                  <a:pt x="285236" y="2801917"/>
                  <a:pt x="285236" y="2800217"/>
                </a:cubicBezTo>
                <a:lnTo>
                  <a:pt x="285133" y="2720389"/>
                </a:lnTo>
                <a:lnTo>
                  <a:pt x="232482" y="2675316"/>
                </a:lnTo>
                <a:cubicBezTo>
                  <a:pt x="231226" y="2674244"/>
                  <a:pt x="230774" y="2672504"/>
                  <a:pt x="231345" y="2670954"/>
                </a:cubicBezTo>
                <a:cubicBezTo>
                  <a:pt x="231918" y="2669405"/>
                  <a:pt x="233395" y="2668372"/>
                  <a:pt x="235047" y="2668372"/>
                </a:cubicBezTo>
                <a:close/>
                <a:moveTo>
                  <a:pt x="1222871" y="2649925"/>
                </a:moveTo>
                <a:cubicBezTo>
                  <a:pt x="1219845" y="2649925"/>
                  <a:pt x="1217382" y="2652388"/>
                  <a:pt x="1217382" y="2655407"/>
                </a:cubicBezTo>
                <a:lnTo>
                  <a:pt x="1217382" y="2782167"/>
                </a:lnTo>
                <a:cubicBezTo>
                  <a:pt x="1217382" y="2783231"/>
                  <a:pt x="1218129" y="2783684"/>
                  <a:pt x="1218455" y="2783835"/>
                </a:cubicBezTo>
                <a:cubicBezTo>
                  <a:pt x="1218780" y="2783986"/>
                  <a:pt x="1219608" y="2784247"/>
                  <a:pt x="1220409" y="2783564"/>
                </a:cubicBezTo>
                <a:lnTo>
                  <a:pt x="1273204" y="2738317"/>
                </a:lnTo>
                <a:cubicBezTo>
                  <a:pt x="1274674" y="2737045"/>
                  <a:pt x="1276858" y="2737045"/>
                  <a:pt x="1278335" y="2738317"/>
                </a:cubicBezTo>
                <a:lnTo>
                  <a:pt x="1331122" y="2783564"/>
                </a:lnTo>
                <a:lnTo>
                  <a:pt x="1331122" y="2783557"/>
                </a:lnTo>
                <a:cubicBezTo>
                  <a:pt x="1331932" y="2784256"/>
                  <a:pt x="1332767" y="2783986"/>
                  <a:pt x="1333085" y="2783835"/>
                </a:cubicBezTo>
                <a:cubicBezTo>
                  <a:pt x="1333409" y="2783684"/>
                  <a:pt x="1334156" y="2783231"/>
                  <a:pt x="1334156" y="2782167"/>
                </a:cubicBezTo>
                <a:lnTo>
                  <a:pt x="1334156" y="2655407"/>
                </a:lnTo>
                <a:cubicBezTo>
                  <a:pt x="1334156" y="2652388"/>
                  <a:pt x="1331694" y="2649925"/>
                  <a:pt x="1328667" y="2649925"/>
                </a:cubicBezTo>
                <a:close/>
                <a:moveTo>
                  <a:pt x="1222871" y="2642037"/>
                </a:moveTo>
                <a:lnTo>
                  <a:pt x="1328676" y="2642037"/>
                </a:lnTo>
                <a:cubicBezTo>
                  <a:pt x="1336039" y="2642037"/>
                  <a:pt x="1342045" y="2648034"/>
                  <a:pt x="1342045" y="2655407"/>
                </a:cubicBezTo>
                <a:lnTo>
                  <a:pt x="1342045" y="2782167"/>
                </a:lnTo>
                <a:cubicBezTo>
                  <a:pt x="1342045" y="2786012"/>
                  <a:pt x="1339876" y="2789395"/>
                  <a:pt x="1336389" y="2791000"/>
                </a:cubicBezTo>
                <a:cubicBezTo>
                  <a:pt x="1332901" y="2792605"/>
                  <a:pt x="1328913" y="2792049"/>
                  <a:pt x="1325991" y="2789554"/>
                </a:cubicBezTo>
                <a:lnTo>
                  <a:pt x="1275769" y="2746499"/>
                </a:lnTo>
                <a:lnTo>
                  <a:pt x="1225541" y="2789554"/>
                </a:lnTo>
                <a:cubicBezTo>
                  <a:pt x="1223729" y="2791104"/>
                  <a:pt x="1221505" y="2791906"/>
                  <a:pt x="1219249" y="2791906"/>
                </a:cubicBezTo>
                <a:cubicBezTo>
                  <a:pt x="1217867" y="2791906"/>
                  <a:pt x="1216477" y="2791612"/>
                  <a:pt x="1215158" y="2791000"/>
                </a:cubicBezTo>
                <a:cubicBezTo>
                  <a:pt x="1211663" y="2789395"/>
                  <a:pt x="1209502" y="2786012"/>
                  <a:pt x="1209502" y="2782167"/>
                </a:cubicBezTo>
                <a:lnTo>
                  <a:pt x="1209502" y="2655407"/>
                </a:lnTo>
                <a:cubicBezTo>
                  <a:pt x="1209502" y="2648034"/>
                  <a:pt x="1215500" y="2642037"/>
                  <a:pt x="1222871" y="2642037"/>
                </a:cubicBezTo>
                <a:close/>
                <a:moveTo>
                  <a:pt x="1383786" y="0"/>
                </a:moveTo>
                <a:cubicBezTo>
                  <a:pt x="1391120" y="0"/>
                  <a:pt x="1395744" y="4465"/>
                  <a:pt x="1395744" y="11483"/>
                </a:cubicBezTo>
                <a:cubicBezTo>
                  <a:pt x="1395744" y="18499"/>
                  <a:pt x="1391120" y="23123"/>
                  <a:pt x="1383786" y="23123"/>
                </a:cubicBezTo>
                <a:cubicBezTo>
                  <a:pt x="1376452" y="23123"/>
                  <a:pt x="1371665" y="18499"/>
                  <a:pt x="1371665" y="11483"/>
                </a:cubicBezTo>
                <a:cubicBezTo>
                  <a:pt x="1371665" y="4465"/>
                  <a:pt x="1376452" y="0"/>
                  <a:pt x="1383786" y="0"/>
                </a:cubicBezTo>
                <a:close/>
                <a:moveTo>
                  <a:pt x="1340261" y="0"/>
                </a:moveTo>
                <a:cubicBezTo>
                  <a:pt x="1347595" y="0"/>
                  <a:pt x="1352218" y="4465"/>
                  <a:pt x="1352218" y="11483"/>
                </a:cubicBezTo>
                <a:cubicBezTo>
                  <a:pt x="1352218" y="18499"/>
                  <a:pt x="1347595" y="23123"/>
                  <a:pt x="1340261" y="23123"/>
                </a:cubicBezTo>
                <a:cubicBezTo>
                  <a:pt x="1332928" y="23123"/>
                  <a:pt x="1328140" y="18499"/>
                  <a:pt x="1328140" y="11483"/>
                </a:cubicBezTo>
                <a:cubicBezTo>
                  <a:pt x="1328140" y="4465"/>
                  <a:pt x="1332928" y="0"/>
                  <a:pt x="1340261" y="0"/>
                </a:cubicBezTo>
                <a:close/>
                <a:moveTo>
                  <a:pt x="1296738" y="0"/>
                </a:moveTo>
                <a:cubicBezTo>
                  <a:pt x="1304071" y="0"/>
                  <a:pt x="1308694" y="4465"/>
                  <a:pt x="1308694" y="11483"/>
                </a:cubicBezTo>
                <a:cubicBezTo>
                  <a:pt x="1308694" y="18499"/>
                  <a:pt x="1304071" y="23123"/>
                  <a:pt x="1296738" y="23123"/>
                </a:cubicBezTo>
                <a:cubicBezTo>
                  <a:pt x="1289404" y="23123"/>
                  <a:pt x="1284616" y="18499"/>
                  <a:pt x="1284616" y="11483"/>
                </a:cubicBezTo>
                <a:cubicBezTo>
                  <a:pt x="1284616" y="4465"/>
                  <a:pt x="1289404" y="0"/>
                  <a:pt x="1296738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Inclusive Sans" pitchFamily="2" charset="0"/>
            </a:endParaRPr>
          </a:p>
        </p:txBody>
      </p:sp>
      <p:sp>
        <p:nvSpPr>
          <p:cNvPr id="3738" name="Freeform: Shape 3737">
            <a:extLst>
              <a:ext uri="{FF2B5EF4-FFF2-40B4-BE49-F238E27FC236}">
                <a16:creationId xmlns:a16="http://schemas.microsoft.com/office/drawing/2014/main" id="{289F707D-808E-E9DE-215E-EBBCC157CB5A}"/>
              </a:ext>
            </a:extLst>
          </p:cNvPr>
          <p:cNvSpPr/>
          <p:nvPr/>
        </p:nvSpPr>
        <p:spPr bwMode="auto">
          <a:xfrm>
            <a:off x="1598616" y="4741293"/>
            <a:ext cx="151272" cy="128884"/>
          </a:xfrm>
          <a:custGeom>
            <a:avLst/>
            <a:gdLst>
              <a:gd name="connsiteX0" fmla="*/ 114995 w 151695"/>
              <a:gd name="connsiteY0" fmla="*/ 688 h 129245"/>
              <a:gd name="connsiteX1" fmla="*/ 136566 w 151695"/>
              <a:gd name="connsiteY1" fmla="*/ 11676 h 129245"/>
              <a:gd name="connsiteX2" fmla="*/ 149419 w 151695"/>
              <a:gd name="connsiteY2" fmla="*/ 61484 h 129245"/>
              <a:gd name="connsiteX3" fmla="*/ 134476 w 151695"/>
              <a:gd name="connsiteY3" fmla="*/ 82940 h 129245"/>
              <a:gd name="connsiteX4" fmla="*/ 78313 w 151695"/>
              <a:gd name="connsiteY4" fmla="*/ 128339 h 129245"/>
              <a:gd name="connsiteX5" fmla="*/ 75827 w 151695"/>
              <a:gd name="connsiteY5" fmla="*/ 129245 h 129245"/>
              <a:gd name="connsiteX6" fmla="*/ 73341 w 151695"/>
              <a:gd name="connsiteY6" fmla="*/ 128339 h 129245"/>
              <a:gd name="connsiteX7" fmla="*/ 17226 w 151695"/>
              <a:gd name="connsiteY7" fmla="*/ 82940 h 129245"/>
              <a:gd name="connsiteX8" fmla="*/ 2276 w 151695"/>
              <a:gd name="connsiteY8" fmla="*/ 61484 h 129245"/>
              <a:gd name="connsiteX9" fmla="*/ 15136 w 151695"/>
              <a:gd name="connsiteY9" fmla="*/ 11676 h 129245"/>
              <a:gd name="connsiteX10" fmla="*/ 61195 w 151695"/>
              <a:gd name="connsiteY10" fmla="*/ 3279 h 129245"/>
              <a:gd name="connsiteX11" fmla="*/ 75827 w 151695"/>
              <a:gd name="connsiteY11" fmla="*/ 15703 h 129245"/>
              <a:gd name="connsiteX12" fmla="*/ 90500 w 151695"/>
              <a:gd name="connsiteY12" fmla="*/ 3279 h 129245"/>
              <a:gd name="connsiteX13" fmla="*/ 114995 w 151695"/>
              <a:gd name="connsiteY13" fmla="*/ 688 h 12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1695" h="129245">
                <a:moveTo>
                  <a:pt x="114995" y="688"/>
                </a:moveTo>
                <a:cubicBezTo>
                  <a:pt x="122909" y="2134"/>
                  <a:pt x="130334" y="5841"/>
                  <a:pt x="136566" y="11676"/>
                </a:cubicBezTo>
                <a:cubicBezTo>
                  <a:pt x="150015" y="24299"/>
                  <a:pt x="155059" y="43857"/>
                  <a:pt x="149419" y="61484"/>
                </a:cubicBezTo>
                <a:cubicBezTo>
                  <a:pt x="146782" y="69730"/>
                  <a:pt x="141610" y="77149"/>
                  <a:pt x="134476" y="82940"/>
                </a:cubicBezTo>
                <a:lnTo>
                  <a:pt x="78313" y="128339"/>
                </a:lnTo>
                <a:cubicBezTo>
                  <a:pt x="77598" y="128927"/>
                  <a:pt x="76733" y="129245"/>
                  <a:pt x="75827" y="129245"/>
                </a:cubicBezTo>
                <a:cubicBezTo>
                  <a:pt x="74962" y="129245"/>
                  <a:pt x="74096" y="128927"/>
                  <a:pt x="73341" y="128339"/>
                </a:cubicBezTo>
                <a:lnTo>
                  <a:pt x="17226" y="82940"/>
                </a:lnTo>
                <a:cubicBezTo>
                  <a:pt x="10084" y="77149"/>
                  <a:pt x="4882" y="69730"/>
                  <a:pt x="2276" y="61484"/>
                </a:cubicBezTo>
                <a:cubicBezTo>
                  <a:pt x="-3365" y="43857"/>
                  <a:pt x="1687" y="24299"/>
                  <a:pt x="15136" y="11676"/>
                </a:cubicBezTo>
                <a:cubicBezTo>
                  <a:pt x="27592" y="6"/>
                  <a:pt x="44791" y="-3147"/>
                  <a:pt x="61195" y="3279"/>
                </a:cubicBezTo>
                <a:cubicBezTo>
                  <a:pt x="67550" y="5758"/>
                  <a:pt x="72674" y="11437"/>
                  <a:pt x="75827" y="15703"/>
                </a:cubicBezTo>
                <a:cubicBezTo>
                  <a:pt x="79021" y="11437"/>
                  <a:pt x="84152" y="5758"/>
                  <a:pt x="90500" y="3279"/>
                </a:cubicBezTo>
                <a:cubicBezTo>
                  <a:pt x="98682" y="62"/>
                  <a:pt x="107083" y="-757"/>
                  <a:pt x="114995" y="688"/>
                </a:cubicBez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Inclusive Sans" pitchFamily="2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EEF6E7-B86F-BF75-7E66-5D3519BA91FB}"/>
              </a:ext>
            </a:extLst>
          </p:cNvPr>
          <p:cNvSpPr txBox="1"/>
          <p:nvPr/>
        </p:nvSpPr>
        <p:spPr>
          <a:xfrm>
            <a:off x="4835846" y="1078684"/>
            <a:ext cx="707758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  <a:cs typeface="Arial" pitchFamily="34" charset="0"/>
              </a:rPr>
              <a:t>Impact of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7B8EB0-9494-0056-7678-9910753C6585}"/>
              </a:ext>
            </a:extLst>
          </p:cNvPr>
          <p:cNvSpPr txBox="1"/>
          <p:nvPr/>
        </p:nvSpPr>
        <p:spPr>
          <a:xfrm>
            <a:off x="5266253" y="2900459"/>
            <a:ext cx="621676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rPr>
              <a:t>SOCIAL MEDIA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E3304A-2E6F-A673-930A-2C579DA1CF24}"/>
              </a:ext>
            </a:extLst>
          </p:cNvPr>
          <p:cNvGrpSpPr/>
          <p:nvPr/>
        </p:nvGrpSpPr>
        <p:grpSpPr>
          <a:xfrm>
            <a:off x="2654436" y="3255387"/>
            <a:ext cx="471694" cy="471694"/>
            <a:chOff x="2654436" y="3255387"/>
            <a:chExt cx="471694" cy="471694"/>
          </a:xfrm>
        </p:grpSpPr>
        <p:sp>
          <p:nvSpPr>
            <p:cNvPr id="3655" name="Freeform: Shape 3654">
              <a:extLst>
                <a:ext uri="{FF2B5EF4-FFF2-40B4-BE49-F238E27FC236}">
                  <a16:creationId xmlns:a16="http://schemas.microsoft.com/office/drawing/2014/main" id="{3EACED0F-A940-C0EC-CDFB-75298121E961}"/>
                </a:ext>
              </a:extLst>
            </p:cNvPr>
            <p:cNvSpPr/>
            <p:nvPr/>
          </p:nvSpPr>
          <p:spPr>
            <a:xfrm rot="19712401">
              <a:off x="2654436" y="3255387"/>
              <a:ext cx="471694" cy="471694"/>
            </a:xfrm>
            <a:custGeom>
              <a:avLst/>
              <a:gdLst>
                <a:gd name="connsiteX0" fmla="*/ 428813 w 428813"/>
                <a:gd name="connsiteY0" fmla="*/ 214406 h 428813"/>
                <a:gd name="connsiteX1" fmla="*/ 214406 w 428813"/>
                <a:gd name="connsiteY1" fmla="*/ 428813 h 428813"/>
                <a:gd name="connsiteX2" fmla="*/ 0 w 428813"/>
                <a:gd name="connsiteY2" fmla="*/ 214407 h 428813"/>
                <a:gd name="connsiteX3" fmla="*/ 214406 w 428813"/>
                <a:gd name="connsiteY3" fmla="*/ 0 h 428813"/>
                <a:gd name="connsiteX4" fmla="*/ 428813 w 428813"/>
                <a:gd name="connsiteY4" fmla="*/ 214406 h 42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813" h="428813">
                  <a:moveTo>
                    <a:pt x="428813" y="214406"/>
                  </a:moveTo>
                  <a:cubicBezTo>
                    <a:pt x="428813" y="332820"/>
                    <a:pt x="332820" y="428813"/>
                    <a:pt x="214406" y="428813"/>
                  </a:cubicBezTo>
                  <a:cubicBezTo>
                    <a:pt x="95993" y="428813"/>
                    <a:pt x="0" y="332820"/>
                    <a:pt x="0" y="214407"/>
                  </a:cubicBezTo>
                  <a:cubicBezTo>
                    <a:pt x="0" y="95993"/>
                    <a:pt x="95993" y="0"/>
                    <a:pt x="214406" y="0"/>
                  </a:cubicBezTo>
                  <a:cubicBezTo>
                    <a:pt x="332820" y="0"/>
                    <a:pt x="428813" y="95993"/>
                    <a:pt x="428813" y="21440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656" name="Freeform: Shape 3655">
              <a:extLst>
                <a:ext uri="{FF2B5EF4-FFF2-40B4-BE49-F238E27FC236}">
                  <a16:creationId xmlns:a16="http://schemas.microsoft.com/office/drawing/2014/main" id="{8F4A6D2E-4E28-9C5A-2E56-16D57B812355}"/>
                </a:ext>
              </a:extLst>
            </p:cNvPr>
            <p:cNvSpPr/>
            <p:nvPr/>
          </p:nvSpPr>
          <p:spPr>
            <a:xfrm>
              <a:off x="2774724" y="3313149"/>
              <a:ext cx="231152" cy="356497"/>
            </a:xfrm>
            <a:custGeom>
              <a:avLst/>
              <a:gdLst>
                <a:gd name="connsiteX0" fmla="*/ 209354 w 210138"/>
                <a:gd name="connsiteY0" fmla="*/ 104089 h 324088"/>
                <a:gd name="connsiteX1" fmla="*/ 105027 w 210138"/>
                <a:gd name="connsiteY1" fmla="*/ 0 h 324088"/>
                <a:gd name="connsiteX2" fmla="*/ 785 w 210138"/>
                <a:gd name="connsiteY2" fmla="*/ 104089 h 324088"/>
                <a:gd name="connsiteX3" fmla="*/ 105027 w 210138"/>
                <a:gd name="connsiteY3" fmla="*/ 324088 h 324088"/>
                <a:gd name="connsiteX4" fmla="*/ 209354 w 210138"/>
                <a:gd name="connsiteY4" fmla="*/ 104089 h 324088"/>
                <a:gd name="connsiteX5" fmla="*/ 105027 w 210138"/>
                <a:gd name="connsiteY5" fmla="*/ 162011 h 324088"/>
                <a:gd name="connsiteX6" fmla="*/ 47915 w 210138"/>
                <a:gd name="connsiteY6" fmla="*/ 104889 h 324088"/>
                <a:gd name="connsiteX7" fmla="*/ 105027 w 210138"/>
                <a:gd name="connsiteY7" fmla="*/ 47777 h 324088"/>
                <a:gd name="connsiteX8" fmla="*/ 162224 w 210138"/>
                <a:gd name="connsiteY8" fmla="*/ 104889 h 324088"/>
                <a:gd name="connsiteX9" fmla="*/ 105027 w 210138"/>
                <a:gd name="connsiteY9" fmla="*/ 162011 h 324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0138" h="324088">
                  <a:moveTo>
                    <a:pt x="209354" y="104089"/>
                  </a:moveTo>
                  <a:cubicBezTo>
                    <a:pt x="204163" y="51921"/>
                    <a:pt x="168215" y="0"/>
                    <a:pt x="105027" y="0"/>
                  </a:cubicBezTo>
                  <a:cubicBezTo>
                    <a:pt x="41923" y="0"/>
                    <a:pt x="5976" y="51921"/>
                    <a:pt x="785" y="104089"/>
                  </a:cubicBezTo>
                  <a:cubicBezTo>
                    <a:pt x="-7207" y="184614"/>
                    <a:pt x="47114" y="257537"/>
                    <a:pt x="105027" y="324088"/>
                  </a:cubicBezTo>
                  <a:cubicBezTo>
                    <a:pt x="163024" y="257546"/>
                    <a:pt x="217345" y="184614"/>
                    <a:pt x="209354" y="104089"/>
                  </a:cubicBezTo>
                  <a:close/>
                  <a:moveTo>
                    <a:pt x="105027" y="162011"/>
                  </a:moveTo>
                  <a:cubicBezTo>
                    <a:pt x="73470" y="162011"/>
                    <a:pt x="47915" y="136446"/>
                    <a:pt x="47915" y="104889"/>
                  </a:cubicBezTo>
                  <a:cubicBezTo>
                    <a:pt x="47915" y="73333"/>
                    <a:pt x="73480" y="47777"/>
                    <a:pt x="105027" y="47777"/>
                  </a:cubicBezTo>
                  <a:cubicBezTo>
                    <a:pt x="136659" y="47777"/>
                    <a:pt x="162224" y="73342"/>
                    <a:pt x="162224" y="104889"/>
                  </a:cubicBezTo>
                  <a:cubicBezTo>
                    <a:pt x="162224" y="136446"/>
                    <a:pt x="136659" y="162011"/>
                    <a:pt x="105027" y="162011"/>
                  </a:cubicBezTo>
                  <a:close/>
                </a:path>
              </a:pathLst>
            </a:custGeom>
            <a:solidFill>
              <a:srgbClr val="FFC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2FB0B2D-66D0-42B2-F83D-ADAC58711532}"/>
              </a:ext>
            </a:extLst>
          </p:cNvPr>
          <p:cNvGrpSpPr/>
          <p:nvPr/>
        </p:nvGrpSpPr>
        <p:grpSpPr>
          <a:xfrm>
            <a:off x="1828309" y="2708572"/>
            <a:ext cx="840175" cy="840173"/>
            <a:chOff x="1828309" y="2708572"/>
            <a:chExt cx="840175" cy="840173"/>
          </a:xfrm>
        </p:grpSpPr>
        <p:sp>
          <p:nvSpPr>
            <p:cNvPr id="3665" name="Freeform: Shape 3664">
              <a:extLst>
                <a:ext uri="{FF2B5EF4-FFF2-40B4-BE49-F238E27FC236}">
                  <a16:creationId xmlns:a16="http://schemas.microsoft.com/office/drawing/2014/main" id="{78AFB36A-18C5-22C6-F854-5EB6A2303B6A}"/>
                </a:ext>
              </a:extLst>
            </p:cNvPr>
            <p:cNvSpPr/>
            <p:nvPr/>
          </p:nvSpPr>
          <p:spPr>
            <a:xfrm rot="16628439">
              <a:off x="1828310" y="2708571"/>
              <a:ext cx="840173" cy="840175"/>
            </a:xfrm>
            <a:custGeom>
              <a:avLst/>
              <a:gdLst>
                <a:gd name="connsiteX0" fmla="*/ 634603 w 634603"/>
                <a:gd name="connsiteY0" fmla="*/ 317302 h 634603"/>
                <a:gd name="connsiteX1" fmla="*/ 317302 w 634603"/>
                <a:gd name="connsiteY1" fmla="*/ 634604 h 634603"/>
                <a:gd name="connsiteX2" fmla="*/ 0 w 634603"/>
                <a:gd name="connsiteY2" fmla="*/ 317302 h 634603"/>
                <a:gd name="connsiteX3" fmla="*/ 317302 w 634603"/>
                <a:gd name="connsiteY3" fmla="*/ 0 h 634603"/>
                <a:gd name="connsiteX4" fmla="*/ 634603 w 634603"/>
                <a:gd name="connsiteY4" fmla="*/ 317302 h 63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603" h="634603">
                  <a:moveTo>
                    <a:pt x="634603" y="317302"/>
                  </a:moveTo>
                  <a:cubicBezTo>
                    <a:pt x="634603" y="492543"/>
                    <a:pt x="492543" y="634604"/>
                    <a:pt x="317302" y="634604"/>
                  </a:cubicBezTo>
                  <a:cubicBezTo>
                    <a:pt x="142061" y="634604"/>
                    <a:pt x="0" y="492543"/>
                    <a:pt x="0" y="317302"/>
                  </a:cubicBezTo>
                  <a:cubicBezTo>
                    <a:pt x="0" y="142061"/>
                    <a:pt x="142061" y="0"/>
                    <a:pt x="317302" y="0"/>
                  </a:cubicBezTo>
                  <a:cubicBezTo>
                    <a:pt x="492543" y="0"/>
                    <a:pt x="634603" y="142061"/>
                    <a:pt x="634603" y="317302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813" name="Freeform: Shape 3812">
              <a:extLst>
                <a:ext uri="{FF2B5EF4-FFF2-40B4-BE49-F238E27FC236}">
                  <a16:creationId xmlns:a16="http://schemas.microsoft.com/office/drawing/2014/main" id="{57030D7A-32E3-6E0F-A85E-FAF122281202}"/>
                </a:ext>
              </a:extLst>
            </p:cNvPr>
            <p:cNvSpPr/>
            <p:nvPr/>
          </p:nvSpPr>
          <p:spPr>
            <a:xfrm>
              <a:off x="2027811" y="2908347"/>
              <a:ext cx="441584" cy="440470"/>
            </a:xfrm>
            <a:custGeom>
              <a:avLst/>
              <a:gdLst>
                <a:gd name="connsiteX0" fmla="*/ 72000 w 333538"/>
                <a:gd name="connsiteY0" fmla="*/ 110566 h 332697"/>
                <a:gd name="connsiteX1" fmla="*/ 72438 w 333538"/>
                <a:gd name="connsiteY1" fmla="*/ 110566 h 332697"/>
                <a:gd name="connsiteX2" fmla="*/ 75486 w 333538"/>
                <a:gd name="connsiteY2" fmla="*/ 113681 h 332697"/>
                <a:gd name="connsiteX3" fmla="*/ 75486 w 333538"/>
                <a:gd name="connsiteY3" fmla="*/ 138074 h 332697"/>
                <a:gd name="connsiteX4" fmla="*/ 75486 w 333538"/>
                <a:gd name="connsiteY4" fmla="*/ 328584 h 332697"/>
                <a:gd name="connsiteX5" fmla="*/ 75324 w 333538"/>
                <a:gd name="connsiteY5" fmla="*/ 330879 h 332697"/>
                <a:gd name="connsiteX6" fmla="*/ 73685 w 333538"/>
                <a:gd name="connsiteY6" fmla="*/ 332441 h 332697"/>
                <a:gd name="connsiteX7" fmla="*/ 68809 w 333538"/>
                <a:gd name="connsiteY7" fmla="*/ 332603 h 332697"/>
                <a:gd name="connsiteX8" fmla="*/ 66942 w 333538"/>
                <a:gd name="connsiteY8" fmla="*/ 332489 h 332697"/>
                <a:gd name="connsiteX9" fmla="*/ 13973 w 333538"/>
                <a:gd name="connsiteY9" fmla="*/ 332489 h 332697"/>
                <a:gd name="connsiteX10" fmla="*/ 9801 w 333538"/>
                <a:gd name="connsiteY10" fmla="*/ 332679 h 332697"/>
                <a:gd name="connsiteX11" fmla="*/ 8934 w 333538"/>
                <a:gd name="connsiteY11" fmla="*/ 332679 h 332697"/>
                <a:gd name="connsiteX12" fmla="*/ 5896 w 333538"/>
                <a:gd name="connsiteY12" fmla="*/ 329508 h 332697"/>
                <a:gd name="connsiteX13" fmla="*/ 5906 w 333538"/>
                <a:gd name="connsiteY13" fmla="*/ 221399 h 332697"/>
                <a:gd name="connsiteX14" fmla="*/ 5915 w 333538"/>
                <a:gd name="connsiteY14" fmla="*/ 113728 h 332697"/>
                <a:gd name="connsiteX15" fmla="*/ 6001 w 333538"/>
                <a:gd name="connsiteY15" fmla="*/ 111861 h 332697"/>
                <a:gd name="connsiteX16" fmla="*/ 7344 w 333538"/>
                <a:gd name="connsiteY16" fmla="*/ 110633 h 332697"/>
                <a:gd name="connsiteX17" fmla="*/ 8934 w 333538"/>
                <a:gd name="connsiteY17" fmla="*/ 110585 h 332697"/>
                <a:gd name="connsiteX18" fmla="*/ 72000 w 333538"/>
                <a:gd name="connsiteY18" fmla="*/ 110566 h 332697"/>
                <a:gd name="connsiteX19" fmla="*/ 248032 w 333538"/>
                <a:gd name="connsiteY19" fmla="*/ 105079 h 332697"/>
                <a:gd name="connsiteX20" fmla="*/ 260281 w 333538"/>
                <a:gd name="connsiteY20" fmla="*/ 105222 h 332697"/>
                <a:gd name="connsiteX21" fmla="*/ 294352 w 333538"/>
                <a:gd name="connsiteY21" fmla="*/ 113690 h 332697"/>
                <a:gd name="connsiteX22" fmla="*/ 319869 w 333538"/>
                <a:gd name="connsiteY22" fmla="*/ 138007 h 332697"/>
                <a:gd name="connsiteX23" fmla="*/ 328327 w 333538"/>
                <a:gd name="connsiteY23" fmla="*/ 159401 h 332697"/>
                <a:gd name="connsiteX24" fmla="*/ 331442 w 333538"/>
                <a:gd name="connsiteY24" fmla="*/ 174936 h 332697"/>
                <a:gd name="connsiteX25" fmla="*/ 332109 w 333538"/>
                <a:gd name="connsiteY25" fmla="*/ 182832 h 332697"/>
                <a:gd name="connsiteX26" fmla="*/ 332928 w 333538"/>
                <a:gd name="connsiteY26" fmla="*/ 197510 h 332697"/>
                <a:gd name="connsiteX27" fmla="*/ 332947 w 333538"/>
                <a:gd name="connsiteY27" fmla="*/ 197939 h 332697"/>
                <a:gd name="connsiteX28" fmla="*/ 333299 w 333538"/>
                <a:gd name="connsiteY28" fmla="*/ 211931 h 332697"/>
                <a:gd name="connsiteX29" fmla="*/ 333519 w 333538"/>
                <a:gd name="connsiteY29" fmla="*/ 258822 h 332697"/>
                <a:gd name="connsiteX30" fmla="*/ 333528 w 333538"/>
                <a:gd name="connsiteY30" fmla="*/ 329688 h 332697"/>
                <a:gd name="connsiteX31" fmla="*/ 330747 w 333538"/>
                <a:gd name="connsiteY31" fmla="*/ 332441 h 332697"/>
                <a:gd name="connsiteX32" fmla="*/ 300724 w 333538"/>
                <a:gd name="connsiteY32" fmla="*/ 332441 h 332697"/>
                <a:gd name="connsiteX33" fmla="*/ 272720 w 333538"/>
                <a:gd name="connsiteY33" fmla="*/ 332489 h 332697"/>
                <a:gd name="connsiteX34" fmla="*/ 268263 w 333538"/>
                <a:gd name="connsiteY34" fmla="*/ 332689 h 332697"/>
                <a:gd name="connsiteX35" fmla="*/ 267539 w 333538"/>
                <a:gd name="connsiteY35" fmla="*/ 332689 h 332697"/>
                <a:gd name="connsiteX36" fmla="*/ 264186 w 333538"/>
                <a:gd name="connsiteY36" fmla="*/ 329279 h 332697"/>
                <a:gd name="connsiteX37" fmla="*/ 264224 w 333538"/>
                <a:gd name="connsiteY37" fmla="*/ 270538 h 332697"/>
                <a:gd name="connsiteX38" fmla="*/ 264148 w 333538"/>
                <a:gd name="connsiteY38" fmla="*/ 212226 h 332697"/>
                <a:gd name="connsiteX39" fmla="*/ 261300 w 333538"/>
                <a:gd name="connsiteY39" fmla="*/ 190433 h 332697"/>
                <a:gd name="connsiteX40" fmla="*/ 255966 w 333538"/>
                <a:gd name="connsiteY40" fmla="*/ 178651 h 332697"/>
                <a:gd name="connsiteX41" fmla="*/ 238373 w 333538"/>
                <a:gd name="connsiteY41" fmla="*/ 167020 h 332697"/>
                <a:gd name="connsiteX42" fmla="*/ 230086 w 333538"/>
                <a:gd name="connsiteY42" fmla="*/ 166144 h 332697"/>
                <a:gd name="connsiteX43" fmla="*/ 221171 w 333538"/>
                <a:gd name="connsiteY43" fmla="*/ 166477 h 332697"/>
                <a:gd name="connsiteX44" fmla="*/ 193053 w 333538"/>
                <a:gd name="connsiteY44" fmla="*/ 186804 h 332697"/>
                <a:gd name="connsiteX45" fmla="*/ 188605 w 333538"/>
                <a:gd name="connsiteY45" fmla="*/ 203311 h 332697"/>
                <a:gd name="connsiteX46" fmla="*/ 187481 w 333538"/>
                <a:gd name="connsiteY46" fmla="*/ 221570 h 332697"/>
                <a:gd name="connsiteX47" fmla="*/ 187481 w 333538"/>
                <a:gd name="connsiteY47" fmla="*/ 328374 h 332697"/>
                <a:gd name="connsiteX48" fmla="*/ 187443 w 333538"/>
                <a:gd name="connsiteY48" fmla="*/ 330822 h 332697"/>
                <a:gd name="connsiteX49" fmla="*/ 185786 w 333538"/>
                <a:gd name="connsiteY49" fmla="*/ 332413 h 332697"/>
                <a:gd name="connsiteX50" fmla="*/ 183909 w 333538"/>
                <a:gd name="connsiteY50" fmla="*/ 332441 h 332697"/>
                <a:gd name="connsiteX51" fmla="*/ 149848 w 333538"/>
                <a:gd name="connsiteY51" fmla="*/ 332441 h 332697"/>
                <a:gd name="connsiteX52" fmla="*/ 128340 w 333538"/>
                <a:gd name="connsiteY52" fmla="*/ 332479 h 332697"/>
                <a:gd name="connsiteX53" fmla="*/ 122006 w 333538"/>
                <a:gd name="connsiteY53" fmla="*/ 332679 h 332697"/>
                <a:gd name="connsiteX54" fmla="*/ 121139 w 333538"/>
                <a:gd name="connsiteY54" fmla="*/ 332670 h 332697"/>
                <a:gd name="connsiteX55" fmla="*/ 118139 w 333538"/>
                <a:gd name="connsiteY55" fmla="*/ 329593 h 332697"/>
                <a:gd name="connsiteX56" fmla="*/ 118149 w 333538"/>
                <a:gd name="connsiteY56" fmla="*/ 326421 h 332697"/>
                <a:gd name="connsiteX57" fmla="*/ 118168 w 333538"/>
                <a:gd name="connsiteY57" fmla="*/ 185699 h 332697"/>
                <a:gd name="connsiteX58" fmla="*/ 118149 w 333538"/>
                <a:gd name="connsiteY58" fmla="*/ 114690 h 332697"/>
                <a:gd name="connsiteX59" fmla="*/ 118168 w 333538"/>
                <a:gd name="connsiteY59" fmla="*/ 112814 h 332697"/>
                <a:gd name="connsiteX60" fmla="*/ 120387 w 333538"/>
                <a:gd name="connsiteY60" fmla="*/ 110585 h 332697"/>
                <a:gd name="connsiteX61" fmla="*/ 121540 w 333538"/>
                <a:gd name="connsiteY61" fmla="*/ 110566 h 332697"/>
                <a:gd name="connsiteX62" fmla="*/ 181290 w 333538"/>
                <a:gd name="connsiteY62" fmla="*/ 110566 h 332697"/>
                <a:gd name="connsiteX63" fmla="*/ 182442 w 333538"/>
                <a:gd name="connsiteY63" fmla="*/ 110585 h 332697"/>
                <a:gd name="connsiteX64" fmla="*/ 184557 w 333538"/>
                <a:gd name="connsiteY64" fmla="*/ 112718 h 332697"/>
                <a:gd name="connsiteX65" fmla="*/ 184443 w 333538"/>
                <a:gd name="connsiteY65" fmla="*/ 120796 h 332697"/>
                <a:gd name="connsiteX66" fmla="*/ 184519 w 333538"/>
                <a:gd name="connsiteY66" fmla="*/ 132626 h 332697"/>
                <a:gd name="connsiteX67" fmla="*/ 184576 w 333538"/>
                <a:gd name="connsiteY67" fmla="*/ 138255 h 332697"/>
                <a:gd name="connsiteX68" fmla="*/ 184633 w 333538"/>
                <a:gd name="connsiteY68" fmla="*/ 139779 h 332697"/>
                <a:gd name="connsiteX69" fmla="*/ 185071 w 333538"/>
                <a:gd name="connsiteY69" fmla="*/ 139893 h 332697"/>
                <a:gd name="connsiteX70" fmla="*/ 186081 w 333538"/>
                <a:gd name="connsiteY70" fmla="*/ 138550 h 332697"/>
                <a:gd name="connsiteX71" fmla="*/ 197749 w 333538"/>
                <a:gd name="connsiteY71" fmla="*/ 124853 h 332697"/>
                <a:gd name="connsiteX72" fmla="*/ 230058 w 333538"/>
                <a:gd name="connsiteY72" fmla="*/ 107518 h 332697"/>
                <a:gd name="connsiteX73" fmla="*/ 248032 w 333538"/>
                <a:gd name="connsiteY73" fmla="*/ 105079 h 332697"/>
                <a:gd name="connsiteX74" fmla="*/ 38967 w 333538"/>
                <a:gd name="connsiteY74" fmla="*/ 0 h 332697"/>
                <a:gd name="connsiteX75" fmla="*/ 42424 w 333538"/>
                <a:gd name="connsiteY75" fmla="*/ 0 h 332697"/>
                <a:gd name="connsiteX76" fmla="*/ 43748 w 333538"/>
                <a:gd name="connsiteY76" fmla="*/ 400 h 332697"/>
                <a:gd name="connsiteX77" fmla="*/ 68818 w 333538"/>
                <a:gd name="connsiteY77" fmla="*/ 11725 h 332697"/>
                <a:gd name="connsiteX78" fmla="*/ 80134 w 333538"/>
                <a:gd name="connsiteY78" fmla="*/ 33957 h 332697"/>
                <a:gd name="connsiteX79" fmla="*/ 66685 w 333538"/>
                <a:gd name="connsiteY79" fmla="*/ 70857 h 332697"/>
                <a:gd name="connsiteX80" fmla="*/ 47777 w 333538"/>
                <a:gd name="connsiteY80" fmla="*/ 79848 h 332697"/>
                <a:gd name="connsiteX81" fmla="*/ 36728 w 333538"/>
                <a:gd name="connsiteY81" fmla="*/ 80343 h 332697"/>
                <a:gd name="connsiteX82" fmla="*/ 2115 w 333538"/>
                <a:gd name="connsiteY82" fmla="*/ 51949 h 332697"/>
                <a:gd name="connsiteX83" fmla="*/ 648 w 333538"/>
                <a:gd name="connsiteY83" fmla="*/ 43596 h 332697"/>
                <a:gd name="connsiteX84" fmla="*/ 0 w 333538"/>
                <a:gd name="connsiteY84" fmla="*/ 42148 h 332697"/>
                <a:gd name="connsiteX85" fmla="*/ 0 w 333538"/>
                <a:gd name="connsiteY85" fmla="*/ 38681 h 332697"/>
                <a:gd name="connsiteX86" fmla="*/ 657 w 333538"/>
                <a:gd name="connsiteY86" fmla="*/ 37214 h 332697"/>
                <a:gd name="connsiteX87" fmla="*/ 1010 w 333538"/>
                <a:gd name="connsiteY87" fmla="*/ 33785 h 332697"/>
                <a:gd name="connsiteX88" fmla="*/ 10868 w 333538"/>
                <a:gd name="connsiteY88" fmla="*/ 13154 h 332697"/>
                <a:gd name="connsiteX89" fmla="*/ 37624 w 333538"/>
                <a:gd name="connsiteY89" fmla="*/ 391 h 332697"/>
                <a:gd name="connsiteX90" fmla="*/ 38967 w 333538"/>
                <a:gd name="connsiteY90" fmla="*/ 0 h 332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3538" h="332697">
                  <a:moveTo>
                    <a:pt x="72000" y="110566"/>
                  </a:moveTo>
                  <a:cubicBezTo>
                    <a:pt x="72142" y="110566"/>
                    <a:pt x="72285" y="110566"/>
                    <a:pt x="72438" y="110566"/>
                  </a:cubicBezTo>
                  <a:cubicBezTo>
                    <a:pt x="74857" y="110595"/>
                    <a:pt x="75486" y="111204"/>
                    <a:pt x="75486" y="113681"/>
                  </a:cubicBezTo>
                  <a:cubicBezTo>
                    <a:pt x="75495" y="121815"/>
                    <a:pt x="75486" y="129940"/>
                    <a:pt x="75486" y="138074"/>
                  </a:cubicBezTo>
                  <a:cubicBezTo>
                    <a:pt x="75486" y="201577"/>
                    <a:pt x="75486" y="265081"/>
                    <a:pt x="75486" y="328584"/>
                  </a:cubicBezTo>
                  <a:cubicBezTo>
                    <a:pt x="75486" y="329346"/>
                    <a:pt x="75448" y="330127"/>
                    <a:pt x="75324" y="330879"/>
                  </a:cubicBezTo>
                  <a:cubicBezTo>
                    <a:pt x="75171" y="331765"/>
                    <a:pt x="74628" y="332384"/>
                    <a:pt x="73685" y="332441"/>
                  </a:cubicBezTo>
                  <a:cubicBezTo>
                    <a:pt x="72057" y="332527"/>
                    <a:pt x="70437" y="332575"/>
                    <a:pt x="68809" y="332603"/>
                  </a:cubicBezTo>
                  <a:cubicBezTo>
                    <a:pt x="68190" y="332613"/>
                    <a:pt x="67561" y="332489"/>
                    <a:pt x="66942" y="332489"/>
                  </a:cubicBezTo>
                  <a:cubicBezTo>
                    <a:pt x="49292" y="332479"/>
                    <a:pt x="31633" y="332479"/>
                    <a:pt x="13973" y="332489"/>
                  </a:cubicBezTo>
                  <a:cubicBezTo>
                    <a:pt x="12583" y="332489"/>
                    <a:pt x="11192" y="332622"/>
                    <a:pt x="9801" y="332679"/>
                  </a:cubicBezTo>
                  <a:cubicBezTo>
                    <a:pt x="9516" y="332699"/>
                    <a:pt x="9220" y="332708"/>
                    <a:pt x="8934" y="332679"/>
                  </a:cubicBezTo>
                  <a:cubicBezTo>
                    <a:pt x="6591" y="332422"/>
                    <a:pt x="5896" y="332156"/>
                    <a:pt x="5896" y="329508"/>
                  </a:cubicBezTo>
                  <a:cubicBezTo>
                    <a:pt x="5906" y="293465"/>
                    <a:pt x="5896" y="257432"/>
                    <a:pt x="5906" y="221399"/>
                  </a:cubicBezTo>
                  <a:cubicBezTo>
                    <a:pt x="5906" y="185509"/>
                    <a:pt x="5906" y="149619"/>
                    <a:pt x="5915" y="113728"/>
                  </a:cubicBezTo>
                  <a:cubicBezTo>
                    <a:pt x="5915" y="113109"/>
                    <a:pt x="5915" y="112471"/>
                    <a:pt x="6001" y="111861"/>
                  </a:cubicBezTo>
                  <a:cubicBezTo>
                    <a:pt x="6106" y="111118"/>
                    <a:pt x="6525" y="110642"/>
                    <a:pt x="7344" y="110633"/>
                  </a:cubicBezTo>
                  <a:cubicBezTo>
                    <a:pt x="7877" y="110633"/>
                    <a:pt x="8401" y="110585"/>
                    <a:pt x="8934" y="110585"/>
                  </a:cubicBezTo>
                  <a:cubicBezTo>
                    <a:pt x="29956" y="110576"/>
                    <a:pt x="50978" y="110576"/>
                    <a:pt x="72000" y="110566"/>
                  </a:cubicBezTo>
                  <a:close/>
                  <a:moveTo>
                    <a:pt x="248032" y="105079"/>
                  </a:moveTo>
                  <a:cubicBezTo>
                    <a:pt x="252127" y="104841"/>
                    <a:pt x="256204" y="104917"/>
                    <a:pt x="260281" y="105222"/>
                  </a:cubicBezTo>
                  <a:cubicBezTo>
                    <a:pt x="272111" y="106108"/>
                    <a:pt x="283617" y="108394"/>
                    <a:pt x="294352" y="113690"/>
                  </a:cubicBezTo>
                  <a:cubicBezTo>
                    <a:pt x="305372" y="119129"/>
                    <a:pt x="313773" y="127358"/>
                    <a:pt x="319869" y="138007"/>
                  </a:cubicBezTo>
                  <a:cubicBezTo>
                    <a:pt x="323717" y="144732"/>
                    <a:pt x="326289" y="151961"/>
                    <a:pt x="328327" y="159401"/>
                  </a:cubicBezTo>
                  <a:cubicBezTo>
                    <a:pt x="329727" y="164506"/>
                    <a:pt x="330747" y="169687"/>
                    <a:pt x="331442" y="174936"/>
                  </a:cubicBezTo>
                  <a:cubicBezTo>
                    <a:pt x="331785" y="177555"/>
                    <a:pt x="331937" y="180193"/>
                    <a:pt x="332109" y="182832"/>
                  </a:cubicBezTo>
                  <a:cubicBezTo>
                    <a:pt x="332414" y="187728"/>
                    <a:pt x="332661" y="192624"/>
                    <a:pt x="332928" y="197510"/>
                  </a:cubicBezTo>
                  <a:cubicBezTo>
                    <a:pt x="332937" y="197653"/>
                    <a:pt x="332947" y="197796"/>
                    <a:pt x="332947" y="197939"/>
                  </a:cubicBezTo>
                  <a:cubicBezTo>
                    <a:pt x="333071" y="202606"/>
                    <a:pt x="333261" y="207264"/>
                    <a:pt x="333299" y="211931"/>
                  </a:cubicBezTo>
                  <a:cubicBezTo>
                    <a:pt x="333404" y="227561"/>
                    <a:pt x="333499" y="243192"/>
                    <a:pt x="333519" y="258822"/>
                  </a:cubicBezTo>
                  <a:cubicBezTo>
                    <a:pt x="333557" y="282445"/>
                    <a:pt x="333528" y="306066"/>
                    <a:pt x="333528" y="329688"/>
                  </a:cubicBezTo>
                  <a:cubicBezTo>
                    <a:pt x="333528" y="332317"/>
                    <a:pt x="333414" y="332441"/>
                    <a:pt x="330747" y="332441"/>
                  </a:cubicBezTo>
                  <a:cubicBezTo>
                    <a:pt x="320736" y="332441"/>
                    <a:pt x="310735" y="332441"/>
                    <a:pt x="300724" y="332441"/>
                  </a:cubicBezTo>
                  <a:cubicBezTo>
                    <a:pt x="291389" y="332451"/>
                    <a:pt x="282055" y="332460"/>
                    <a:pt x="272720" y="332489"/>
                  </a:cubicBezTo>
                  <a:cubicBezTo>
                    <a:pt x="271235" y="332489"/>
                    <a:pt x="269749" y="332622"/>
                    <a:pt x="268263" y="332689"/>
                  </a:cubicBezTo>
                  <a:cubicBezTo>
                    <a:pt x="268025" y="332698"/>
                    <a:pt x="267777" y="332698"/>
                    <a:pt x="267539" y="332689"/>
                  </a:cubicBezTo>
                  <a:cubicBezTo>
                    <a:pt x="264224" y="332517"/>
                    <a:pt x="264177" y="331746"/>
                    <a:pt x="264186" y="329279"/>
                  </a:cubicBezTo>
                  <a:cubicBezTo>
                    <a:pt x="264205" y="309695"/>
                    <a:pt x="264224" y="290112"/>
                    <a:pt x="264224" y="270538"/>
                  </a:cubicBezTo>
                  <a:cubicBezTo>
                    <a:pt x="264224" y="251098"/>
                    <a:pt x="264224" y="231667"/>
                    <a:pt x="264148" y="212226"/>
                  </a:cubicBezTo>
                  <a:cubicBezTo>
                    <a:pt x="264119" y="204854"/>
                    <a:pt x="263472" y="197539"/>
                    <a:pt x="261300" y="190433"/>
                  </a:cubicBezTo>
                  <a:cubicBezTo>
                    <a:pt x="260033" y="186280"/>
                    <a:pt x="258423" y="182270"/>
                    <a:pt x="255966" y="178651"/>
                  </a:cubicBezTo>
                  <a:cubicBezTo>
                    <a:pt x="251689" y="172374"/>
                    <a:pt x="245746" y="168602"/>
                    <a:pt x="238373" y="167020"/>
                  </a:cubicBezTo>
                  <a:cubicBezTo>
                    <a:pt x="235649" y="166430"/>
                    <a:pt x="232887" y="166077"/>
                    <a:pt x="230086" y="166144"/>
                  </a:cubicBezTo>
                  <a:cubicBezTo>
                    <a:pt x="227115" y="166211"/>
                    <a:pt x="224114" y="166116"/>
                    <a:pt x="221171" y="166477"/>
                  </a:cubicBezTo>
                  <a:cubicBezTo>
                    <a:pt x="208103" y="168087"/>
                    <a:pt x="198425" y="174517"/>
                    <a:pt x="193053" y="186804"/>
                  </a:cubicBezTo>
                  <a:cubicBezTo>
                    <a:pt x="190739" y="192071"/>
                    <a:pt x="189396" y="197615"/>
                    <a:pt x="188605" y="203311"/>
                  </a:cubicBezTo>
                  <a:cubicBezTo>
                    <a:pt x="187757" y="209369"/>
                    <a:pt x="187481" y="215455"/>
                    <a:pt x="187481" y="221570"/>
                  </a:cubicBezTo>
                  <a:cubicBezTo>
                    <a:pt x="187481" y="257175"/>
                    <a:pt x="187481" y="292769"/>
                    <a:pt x="187481" y="328374"/>
                  </a:cubicBezTo>
                  <a:cubicBezTo>
                    <a:pt x="187481" y="329193"/>
                    <a:pt x="187519" y="330012"/>
                    <a:pt x="187443" y="330822"/>
                  </a:cubicBezTo>
                  <a:cubicBezTo>
                    <a:pt x="187348" y="331917"/>
                    <a:pt x="186872" y="332346"/>
                    <a:pt x="185786" y="332413"/>
                  </a:cubicBezTo>
                  <a:cubicBezTo>
                    <a:pt x="185167" y="332451"/>
                    <a:pt x="184538" y="332441"/>
                    <a:pt x="183909" y="332441"/>
                  </a:cubicBezTo>
                  <a:cubicBezTo>
                    <a:pt x="172555" y="332441"/>
                    <a:pt x="161202" y="332441"/>
                    <a:pt x="149848" y="332441"/>
                  </a:cubicBezTo>
                  <a:cubicBezTo>
                    <a:pt x="142685" y="332441"/>
                    <a:pt x="135513" y="332451"/>
                    <a:pt x="128340" y="332479"/>
                  </a:cubicBezTo>
                  <a:cubicBezTo>
                    <a:pt x="126226" y="332489"/>
                    <a:pt x="124111" y="332613"/>
                    <a:pt x="122006" y="332679"/>
                  </a:cubicBezTo>
                  <a:cubicBezTo>
                    <a:pt x="121721" y="332689"/>
                    <a:pt x="121425" y="332698"/>
                    <a:pt x="121139" y="332670"/>
                  </a:cubicBezTo>
                  <a:cubicBezTo>
                    <a:pt x="118339" y="332384"/>
                    <a:pt x="118111" y="331670"/>
                    <a:pt x="118139" y="329593"/>
                  </a:cubicBezTo>
                  <a:cubicBezTo>
                    <a:pt x="118158" y="328536"/>
                    <a:pt x="118149" y="327479"/>
                    <a:pt x="118149" y="326421"/>
                  </a:cubicBezTo>
                  <a:cubicBezTo>
                    <a:pt x="118158" y="279511"/>
                    <a:pt x="118168" y="232609"/>
                    <a:pt x="118168" y="185699"/>
                  </a:cubicBezTo>
                  <a:cubicBezTo>
                    <a:pt x="118168" y="162029"/>
                    <a:pt x="118158" y="138360"/>
                    <a:pt x="118149" y="114690"/>
                  </a:cubicBezTo>
                  <a:cubicBezTo>
                    <a:pt x="118149" y="114061"/>
                    <a:pt x="118139" y="113433"/>
                    <a:pt x="118168" y="112814"/>
                  </a:cubicBezTo>
                  <a:cubicBezTo>
                    <a:pt x="118234" y="111242"/>
                    <a:pt x="118796" y="110690"/>
                    <a:pt x="120387" y="110585"/>
                  </a:cubicBezTo>
                  <a:cubicBezTo>
                    <a:pt x="120768" y="110556"/>
                    <a:pt x="121159" y="110566"/>
                    <a:pt x="121540" y="110566"/>
                  </a:cubicBezTo>
                  <a:cubicBezTo>
                    <a:pt x="141456" y="110566"/>
                    <a:pt x="161373" y="110566"/>
                    <a:pt x="181290" y="110566"/>
                  </a:cubicBezTo>
                  <a:cubicBezTo>
                    <a:pt x="181671" y="110566"/>
                    <a:pt x="182061" y="110566"/>
                    <a:pt x="182442" y="110585"/>
                  </a:cubicBezTo>
                  <a:cubicBezTo>
                    <a:pt x="183966" y="110671"/>
                    <a:pt x="184547" y="111175"/>
                    <a:pt x="184557" y="112718"/>
                  </a:cubicBezTo>
                  <a:cubicBezTo>
                    <a:pt x="184576" y="115405"/>
                    <a:pt x="184443" y="118100"/>
                    <a:pt x="184443" y="120796"/>
                  </a:cubicBezTo>
                  <a:cubicBezTo>
                    <a:pt x="184443" y="124739"/>
                    <a:pt x="184490" y="128673"/>
                    <a:pt x="184519" y="132626"/>
                  </a:cubicBezTo>
                  <a:cubicBezTo>
                    <a:pt x="184528" y="134502"/>
                    <a:pt x="184557" y="136379"/>
                    <a:pt x="184576" y="138255"/>
                  </a:cubicBezTo>
                  <a:cubicBezTo>
                    <a:pt x="184585" y="138760"/>
                    <a:pt x="184614" y="139274"/>
                    <a:pt x="184633" y="139779"/>
                  </a:cubicBezTo>
                  <a:cubicBezTo>
                    <a:pt x="184785" y="139817"/>
                    <a:pt x="184928" y="139855"/>
                    <a:pt x="185071" y="139893"/>
                  </a:cubicBezTo>
                  <a:cubicBezTo>
                    <a:pt x="185405" y="139446"/>
                    <a:pt x="185766" y="139017"/>
                    <a:pt x="186081" y="138550"/>
                  </a:cubicBezTo>
                  <a:cubicBezTo>
                    <a:pt x="189481" y="133569"/>
                    <a:pt x="193301" y="128949"/>
                    <a:pt x="197749" y="124853"/>
                  </a:cubicBezTo>
                  <a:cubicBezTo>
                    <a:pt x="207036" y="116300"/>
                    <a:pt x="217809" y="110528"/>
                    <a:pt x="230058" y="107518"/>
                  </a:cubicBezTo>
                  <a:cubicBezTo>
                    <a:pt x="235963" y="106070"/>
                    <a:pt x="241974" y="105422"/>
                    <a:pt x="248032" y="105079"/>
                  </a:cubicBezTo>
                  <a:close/>
                  <a:moveTo>
                    <a:pt x="38967" y="0"/>
                  </a:moveTo>
                  <a:cubicBezTo>
                    <a:pt x="40110" y="0"/>
                    <a:pt x="41272" y="0"/>
                    <a:pt x="42424" y="0"/>
                  </a:cubicBezTo>
                  <a:cubicBezTo>
                    <a:pt x="42863" y="143"/>
                    <a:pt x="43301" y="371"/>
                    <a:pt x="43748" y="400"/>
                  </a:cubicBezTo>
                  <a:cubicBezTo>
                    <a:pt x="53483" y="1134"/>
                    <a:pt x="61893" y="4839"/>
                    <a:pt x="68818" y="11725"/>
                  </a:cubicBezTo>
                  <a:cubicBezTo>
                    <a:pt x="75000" y="17878"/>
                    <a:pt x="78877" y="25308"/>
                    <a:pt x="80134" y="33957"/>
                  </a:cubicBezTo>
                  <a:cubicBezTo>
                    <a:pt x="82277" y="48635"/>
                    <a:pt x="77743" y="60998"/>
                    <a:pt x="66685" y="70857"/>
                  </a:cubicBezTo>
                  <a:cubicBezTo>
                    <a:pt x="61303" y="75657"/>
                    <a:pt x="54883" y="78515"/>
                    <a:pt x="47777" y="79848"/>
                  </a:cubicBezTo>
                  <a:cubicBezTo>
                    <a:pt x="44110" y="80534"/>
                    <a:pt x="40396" y="80677"/>
                    <a:pt x="36728" y="80343"/>
                  </a:cubicBezTo>
                  <a:cubicBezTo>
                    <a:pt x="19793" y="78791"/>
                    <a:pt x="6410" y="66951"/>
                    <a:pt x="2115" y="51949"/>
                  </a:cubicBezTo>
                  <a:cubicBezTo>
                    <a:pt x="1333" y="49216"/>
                    <a:pt x="781" y="46444"/>
                    <a:pt x="648" y="43596"/>
                  </a:cubicBezTo>
                  <a:cubicBezTo>
                    <a:pt x="619" y="43044"/>
                    <a:pt x="743" y="42396"/>
                    <a:pt x="0" y="42148"/>
                  </a:cubicBezTo>
                  <a:cubicBezTo>
                    <a:pt x="0" y="40996"/>
                    <a:pt x="0" y="39843"/>
                    <a:pt x="0" y="38681"/>
                  </a:cubicBezTo>
                  <a:cubicBezTo>
                    <a:pt x="705" y="38414"/>
                    <a:pt x="600" y="37776"/>
                    <a:pt x="657" y="37214"/>
                  </a:cubicBezTo>
                  <a:cubicBezTo>
                    <a:pt x="772" y="36071"/>
                    <a:pt x="829" y="34919"/>
                    <a:pt x="1010" y="33785"/>
                  </a:cubicBezTo>
                  <a:cubicBezTo>
                    <a:pt x="2286" y="25956"/>
                    <a:pt x="5477" y="19002"/>
                    <a:pt x="10868" y="13154"/>
                  </a:cubicBezTo>
                  <a:cubicBezTo>
                    <a:pt x="18069" y="5344"/>
                    <a:pt x="27032" y="1153"/>
                    <a:pt x="37624" y="391"/>
                  </a:cubicBezTo>
                  <a:cubicBezTo>
                    <a:pt x="38081" y="362"/>
                    <a:pt x="38519" y="133"/>
                    <a:pt x="38967" y="0"/>
                  </a:cubicBez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3680" name="Freeform: Shape 3679">
            <a:extLst>
              <a:ext uri="{FF2B5EF4-FFF2-40B4-BE49-F238E27FC236}">
                <a16:creationId xmlns:a16="http://schemas.microsoft.com/office/drawing/2014/main" id="{1A55833C-6BA6-D90B-5F68-388E03A9C36B}"/>
              </a:ext>
            </a:extLst>
          </p:cNvPr>
          <p:cNvSpPr/>
          <p:nvPr/>
        </p:nvSpPr>
        <p:spPr>
          <a:xfrm rot="17008073">
            <a:off x="2754013" y="2606510"/>
            <a:ext cx="672424" cy="672425"/>
          </a:xfrm>
          <a:custGeom>
            <a:avLst/>
            <a:gdLst>
              <a:gd name="connsiteX0" fmla="*/ 611295 w 611295"/>
              <a:gd name="connsiteY0" fmla="*/ 305648 h 611295"/>
              <a:gd name="connsiteX1" fmla="*/ 305648 w 611295"/>
              <a:gd name="connsiteY1" fmla="*/ 611295 h 611295"/>
              <a:gd name="connsiteX2" fmla="*/ 0 w 611295"/>
              <a:gd name="connsiteY2" fmla="*/ 305648 h 611295"/>
              <a:gd name="connsiteX3" fmla="*/ 305648 w 611295"/>
              <a:gd name="connsiteY3" fmla="*/ 0 h 611295"/>
              <a:gd name="connsiteX4" fmla="*/ 611295 w 611295"/>
              <a:gd name="connsiteY4" fmla="*/ 305648 h 611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295" h="611295">
                <a:moveTo>
                  <a:pt x="611295" y="305648"/>
                </a:moveTo>
                <a:cubicBezTo>
                  <a:pt x="611295" y="474452"/>
                  <a:pt x="474452" y="611295"/>
                  <a:pt x="305648" y="611295"/>
                </a:cubicBezTo>
                <a:cubicBezTo>
                  <a:pt x="136843" y="611295"/>
                  <a:pt x="0" y="474452"/>
                  <a:pt x="0" y="305648"/>
                </a:cubicBezTo>
                <a:cubicBezTo>
                  <a:pt x="0" y="136843"/>
                  <a:pt x="136843" y="0"/>
                  <a:pt x="305648" y="0"/>
                </a:cubicBezTo>
                <a:cubicBezTo>
                  <a:pt x="474452" y="0"/>
                  <a:pt x="611295" y="136843"/>
                  <a:pt x="611295" y="305648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3681" name="Freeform: Shape 3680">
            <a:extLst>
              <a:ext uri="{FF2B5EF4-FFF2-40B4-BE49-F238E27FC236}">
                <a16:creationId xmlns:a16="http://schemas.microsoft.com/office/drawing/2014/main" id="{CFBC2286-D8C4-E0DF-1341-0D5D4DE682BD}"/>
              </a:ext>
            </a:extLst>
          </p:cNvPr>
          <p:cNvSpPr/>
          <p:nvPr/>
        </p:nvSpPr>
        <p:spPr>
          <a:xfrm>
            <a:off x="3002283" y="2813821"/>
            <a:ext cx="233212" cy="258155"/>
          </a:xfrm>
          <a:custGeom>
            <a:avLst/>
            <a:gdLst>
              <a:gd name="connsiteX0" fmla="*/ 0 w 279844"/>
              <a:gd name="connsiteY0" fmla="*/ 234686 h 234686"/>
              <a:gd name="connsiteX1" fmla="*/ 0 w 279844"/>
              <a:gd name="connsiteY1" fmla="*/ 0 h 234686"/>
              <a:gd name="connsiteX2" fmla="*/ 279845 w 279844"/>
              <a:gd name="connsiteY2" fmla="*/ 117348 h 23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844" h="234686">
                <a:moveTo>
                  <a:pt x="0" y="234686"/>
                </a:moveTo>
                <a:lnTo>
                  <a:pt x="0" y="0"/>
                </a:lnTo>
                <a:lnTo>
                  <a:pt x="279845" y="117348"/>
                </a:lnTo>
                <a:close/>
              </a:path>
            </a:pathLst>
          </a:custGeom>
          <a:solidFill>
            <a:srgbClr val="FF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C07BA1-6487-0FCF-AE8D-58A32F591D49}"/>
              </a:ext>
            </a:extLst>
          </p:cNvPr>
          <p:cNvGrpSpPr/>
          <p:nvPr/>
        </p:nvGrpSpPr>
        <p:grpSpPr>
          <a:xfrm>
            <a:off x="2911068" y="965511"/>
            <a:ext cx="698088" cy="698087"/>
            <a:chOff x="2911068" y="965511"/>
            <a:chExt cx="698088" cy="698087"/>
          </a:xfrm>
        </p:grpSpPr>
        <p:sp>
          <p:nvSpPr>
            <p:cNvPr id="3686" name="Freeform: Shape 3685">
              <a:extLst>
                <a:ext uri="{FF2B5EF4-FFF2-40B4-BE49-F238E27FC236}">
                  <a16:creationId xmlns:a16="http://schemas.microsoft.com/office/drawing/2014/main" id="{E4D66D80-6B99-29F2-C506-3D2856499C8D}"/>
                </a:ext>
              </a:extLst>
            </p:cNvPr>
            <p:cNvSpPr/>
            <p:nvPr/>
          </p:nvSpPr>
          <p:spPr>
            <a:xfrm rot="18900000">
              <a:off x="2911068" y="965511"/>
              <a:ext cx="698088" cy="698087"/>
            </a:xfrm>
            <a:custGeom>
              <a:avLst/>
              <a:gdLst>
                <a:gd name="connsiteX0" fmla="*/ 634626 w 634625"/>
                <a:gd name="connsiteY0" fmla="*/ 317313 h 634625"/>
                <a:gd name="connsiteX1" fmla="*/ 317313 w 634625"/>
                <a:gd name="connsiteY1" fmla="*/ 634626 h 634625"/>
                <a:gd name="connsiteX2" fmla="*/ 0 w 634625"/>
                <a:gd name="connsiteY2" fmla="*/ 317313 h 634625"/>
                <a:gd name="connsiteX3" fmla="*/ 317313 w 634625"/>
                <a:gd name="connsiteY3" fmla="*/ 0 h 634625"/>
                <a:gd name="connsiteX4" fmla="*/ 634626 w 634625"/>
                <a:gd name="connsiteY4" fmla="*/ 317313 h 63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625" h="634625">
                  <a:moveTo>
                    <a:pt x="634626" y="317313"/>
                  </a:moveTo>
                  <a:cubicBezTo>
                    <a:pt x="634626" y="492560"/>
                    <a:pt x="492560" y="634626"/>
                    <a:pt x="317313" y="634626"/>
                  </a:cubicBezTo>
                  <a:cubicBezTo>
                    <a:pt x="142066" y="634626"/>
                    <a:pt x="0" y="492560"/>
                    <a:pt x="0" y="317313"/>
                  </a:cubicBezTo>
                  <a:cubicBezTo>
                    <a:pt x="0" y="142066"/>
                    <a:pt x="142066" y="0"/>
                    <a:pt x="317313" y="0"/>
                  </a:cubicBezTo>
                  <a:cubicBezTo>
                    <a:pt x="492560" y="0"/>
                    <a:pt x="634626" y="142066"/>
                    <a:pt x="634626" y="317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3820" name="Group 3819">
              <a:extLst>
                <a:ext uri="{FF2B5EF4-FFF2-40B4-BE49-F238E27FC236}">
                  <a16:creationId xmlns:a16="http://schemas.microsoft.com/office/drawing/2014/main" id="{FD667305-C1AE-7091-04E0-81A27105F172}"/>
                </a:ext>
              </a:extLst>
            </p:cNvPr>
            <p:cNvGrpSpPr/>
            <p:nvPr/>
          </p:nvGrpSpPr>
          <p:grpSpPr>
            <a:xfrm>
              <a:off x="3078460" y="1099409"/>
              <a:ext cx="352096" cy="412633"/>
              <a:chOff x="2632355" y="1556869"/>
              <a:chExt cx="320087" cy="375121"/>
            </a:xfrm>
          </p:grpSpPr>
          <p:sp>
            <p:nvSpPr>
              <p:cNvPr id="3688" name="Freeform: Shape 3687">
                <a:extLst>
                  <a:ext uri="{FF2B5EF4-FFF2-40B4-BE49-F238E27FC236}">
                    <a16:creationId xmlns:a16="http://schemas.microsoft.com/office/drawing/2014/main" id="{0E7A7BA8-4FAA-1408-42BF-BC583E9612EA}"/>
                  </a:ext>
                </a:extLst>
              </p:cNvPr>
              <p:cNvSpPr/>
              <p:nvPr/>
            </p:nvSpPr>
            <p:spPr>
              <a:xfrm>
                <a:off x="2644976" y="1572667"/>
                <a:ext cx="304904" cy="359323"/>
              </a:xfrm>
              <a:custGeom>
                <a:avLst/>
                <a:gdLst>
                  <a:gd name="connsiteX0" fmla="*/ 244963 w 304904"/>
                  <a:gd name="connsiteY0" fmla="*/ 49892 h 359323"/>
                  <a:gd name="connsiteX1" fmla="*/ 250459 w 304904"/>
                  <a:gd name="connsiteY1" fmla="*/ 58617 h 359323"/>
                  <a:gd name="connsiteX2" fmla="*/ 250945 w 304904"/>
                  <a:gd name="connsiteY2" fmla="*/ 59017 h 359323"/>
                  <a:gd name="connsiteX3" fmla="*/ 244963 w 304904"/>
                  <a:gd name="connsiteY3" fmla="*/ 49892 h 359323"/>
                  <a:gd name="connsiteX4" fmla="*/ 251050 w 304904"/>
                  <a:gd name="connsiteY4" fmla="*/ 59160 h 359323"/>
                  <a:gd name="connsiteX5" fmla="*/ 251050 w 304904"/>
                  <a:gd name="connsiteY5" fmla="*/ 59188 h 359323"/>
                  <a:gd name="connsiteX6" fmla="*/ 251050 w 304904"/>
                  <a:gd name="connsiteY6" fmla="*/ 59207 h 359323"/>
                  <a:gd name="connsiteX7" fmla="*/ 251050 w 304904"/>
                  <a:gd name="connsiteY7" fmla="*/ 59207 h 359323"/>
                  <a:gd name="connsiteX8" fmla="*/ 251069 w 304904"/>
                  <a:gd name="connsiteY8" fmla="*/ 59217 h 359323"/>
                  <a:gd name="connsiteX9" fmla="*/ 254374 w 304904"/>
                  <a:gd name="connsiteY9" fmla="*/ 61560 h 359323"/>
                  <a:gd name="connsiteX10" fmla="*/ 251050 w 304904"/>
                  <a:gd name="connsiteY10" fmla="*/ 59160 h 359323"/>
                  <a:gd name="connsiteX11" fmla="*/ 304857 w 304904"/>
                  <a:gd name="connsiteY11" fmla="*/ 116853 h 359323"/>
                  <a:gd name="connsiteX12" fmla="*/ 304866 w 304904"/>
                  <a:gd name="connsiteY12" fmla="*/ 91916 h 359323"/>
                  <a:gd name="connsiteX13" fmla="*/ 295074 w 304904"/>
                  <a:gd name="connsiteY13" fmla="*/ 89659 h 359323"/>
                  <a:gd name="connsiteX14" fmla="*/ 278987 w 304904"/>
                  <a:gd name="connsiteY14" fmla="*/ 83325 h 359323"/>
                  <a:gd name="connsiteX15" fmla="*/ 264737 w 304904"/>
                  <a:gd name="connsiteY15" fmla="*/ 73943 h 359323"/>
                  <a:gd name="connsiteX16" fmla="*/ 258051 w 304904"/>
                  <a:gd name="connsiteY16" fmla="*/ 67847 h 359323"/>
                  <a:gd name="connsiteX17" fmla="*/ 257108 w 304904"/>
                  <a:gd name="connsiteY17" fmla="*/ 66827 h 359323"/>
                  <a:gd name="connsiteX18" fmla="*/ 256289 w 304904"/>
                  <a:gd name="connsiteY18" fmla="*/ 65932 h 359323"/>
                  <a:gd name="connsiteX19" fmla="*/ 251059 w 304904"/>
                  <a:gd name="connsiteY19" fmla="*/ 59207 h 359323"/>
                  <a:gd name="connsiteX20" fmla="*/ 248716 w 304904"/>
                  <a:gd name="connsiteY20" fmla="*/ 57626 h 359323"/>
                  <a:gd name="connsiteX21" fmla="*/ 238763 w 304904"/>
                  <a:gd name="connsiteY21" fmla="*/ 47549 h 359323"/>
                  <a:gd name="connsiteX22" fmla="*/ 227133 w 304904"/>
                  <a:gd name="connsiteY22" fmla="*/ 29270 h 359323"/>
                  <a:gd name="connsiteX23" fmla="*/ 219884 w 304904"/>
                  <a:gd name="connsiteY23" fmla="*/ 8830 h 359323"/>
                  <a:gd name="connsiteX24" fmla="*/ 218189 w 304904"/>
                  <a:gd name="connsiteY24" fmla="*/ 1105 h 359323"/>
                  <a:gd name="connsiteX25" fmla="*/ 218179 w 304904"/>
                  <a:gd name="connsiteY25" fmla="*/ 1048 h 359323"/>
                  <a:gd name="connsiteX26" fmla="*/ 218160 w 304904"/>
                  <a:gd name="connsiteY26" fmla="*/ 886 h 359323"/>
                  <a:gd name="connsiteX27" fmla="*/ 218151 w 304904"/>
                  <a:gd name="connsiteY27" fmla="*/ 838 h 359323"/>
                  <a:gd name="connsiteX28" fmla="*/ 218151 w 304904"/>
                  <a:gd name="connsiteY28" fmla="*/ 743 h 359323"/>
                  <a:gd name="connsiteX29" fmla="*/ 218189 w 304904"/>
                  <a:gd name="connsiteY29" fmla="*/ 67 h 359323"/>
                  <a:gd name="connsiteX30" fmla="*/ 218169 w 304904"/>
                  <a:gd name="connsiteY30" fmla="*/ 67 h 359323"/>
                  <a:gd name="connsiteX31" fmla="*/ 218169 w 304904"/>
                  <a:gd name="connsiteY31" fmla="*/ 29 h 359323"/>
                  <a:gd name="connsiteX32" fmla="*/ 188109 w 304904"/>
                  <a:gd name="connsiteY32" fmla="*/ 29 h 359323"/>
                  <a:gd name="connsiteX33" fmla="*/ 185937 w 304904"/>
                  <a:gd name="connsiteY33" fmla="*/ 29 h 359323"/>
                  <a:gd name="connsiteX34" fmla="*/ 178831 w 304904"/>
                  <a:gd name="connsiteY34" fmla="*/ 19 h 359323"/>
                  <a:gd name="connsiteX35" fmla="*/ 176060 w 304904"/>
                  <a:gd name="connsiteY35" fmla="*/ 19 h 359323"/>
                  <a:gd name="connsiteX36" fmla="*/ 169802 w 304904"/>
                  <a:gd name="connsiteY36" fmla="*/ 0 h 359323"/>
                  <a:gd name="connsiteX37" fmla="*/ 168477 w 304904"/>
                  <a:gd name="connsiteY37" fmla="*/ 1372 h 359323"/>
                  <a:gd name="connsiteX38" fmla="*/ 168497 w 304904"/>
                  <a:gd name="connsiteY38" fmla="*/ 230896 h 359323"/>
                  <a:gd name="connsiteX39" fmla="*/ 168477 w 304904"/>
                  <a:gd name="connsiteY39" fmla="*/ 251022 h 359323"/>
                  <a:gd name="connsiteX40" fmla="*/ 167678 w 304904"/>
                  <a:gd name="connsiteY40" fmla="*/ 262461 h 359323"/>
                  <a:gd name="connsiteX41" fmla="*/ 165077 w 304904"/>
                  <a:gd name="connsiteY41" fmla="*/ 276720 h 359323"/>
                  <a:gd name="connsiteX42" fmla="*/ 162172 w 304904"/>
                  <a:gd name="connsiteY42" fmla="*/ 282626 h 359323"/>
                  <a:gd name="connsiteX43" fmla="*/ 151856 w 304904"/>
                  <a:gd name="connsiteY43" fmla="*/ 295551 h 359323"/>
                  <a:gd name="connsiteX44" fmla="*/ 142065 w 304904"/>
                  <a:gd name="connsiteY44" fmla="*/ 302619 h 359323"/>
                  <a:gd name="connsiteX45" fmla="*/ 126549 w 304904"/>
                  <a:gd name="connsiteY45" fmla="*/ 308239 h 359323"/>
                  <a:gd name="connsiteX46" fmla="*/ 120681 w 304904"/>
                  <a:gd name="connsiteY46" fmla="*/ 309048 h 359323"/>
                  <a:gd name="connsiteX47" fmla="*/ 114823 w 304904"/>
                  <a:gd name="connsiteY47" fmla="*/ 309210 h 359323"/>
                  <a:gd name="connsiteX48" fmla="*/ 95087 w 304904"/>
                  <a:gd name="connsiteY48" fmla="*/ 305162 h 359323"/>
                  <a:gd name="connsiteX49" fmla="*/ 82495 w 304904"/>
                  <a:gd name="connsiteY49" fmla="*/ 297771 h 359323"/>
                  <a:gd name="connsiteX50" fmla="*/ 72304 w 304904"/>
                  <a:gd name="connsiteY50" fmla="*/ 285360 h 359323"/>
                  <a:gd name="connsiteX51" fmla="*/ 68122 w 304904"/>
                  <a:gd name="connsiteY51" fmla="*/ 274339 h 359323"/>
                  <a:gd name="connsiteX52" fmla="*/ 72075 w 304904"/>
                  <a:gd name="connsiteY52" fmla="*/ 284836 h 359323"/>
                  <a:gd name="connsiteX53" fmla="*/ 72132 w 304904"/>
                  <a:gd name="connsiteY53" fmla="*/ 285264 h 359323"/>
                  <a:gd name="connsiteX54" fmla="*/ 72094 w 304904"/>
                  <a:gd name="connsiteY54" fmla="*/ 285407 h 359323"/>
                  <a:gd name="connsiteX55" fmla="*/ 68075 w 304904"/>
                  <a:gd name="connsiteY55" fmla="*/ 282673 h 359323"/>
                  <a:gd name="connsiteX56" fmla="*/ 67827 w 304904"/>
                  <a:gd name="connsiteY56" fmla="*/ 282483 h 359323"/>
                  <a:gd name="connsiteX57" fmla="*/ 63484 w 304904"/>
                  <a:gd name="connsiteY57" fmla="*/ 278606 h 359323"/>
                  <a:gd name="connsiteX58" fmla="*/ 54587 w 304904"/>
                  <a:gd name="connsiteY58" fmla="*/ 264214 h 359323"/>
                  <a:gd name="connsiteX59" fmla="*/ 51901 w 304904"/>
                  <a:gd name="connsiteY59" fmla="*/ 254727 h 359323"/>
                  <a:gd name="connsiteX60" fmla="*/ 50930 w 304904"/>
                  <a:gd name="connsiteY60" fmla="*/ 247021 h 359323"/>
                  <a:gd name="connsiteX61" fmla="*/ 50758 w 304904"/>
                  <a:gd name="connsiteY61" fmla="*/ 242354 h 359323"/>
                  <a:gd name="connsiteX62" fmla="*/ 53301 w 304904"/>
                  <a:gd name="connsiteY62" fmla="*/ 226047 h 359323"/>
                  <a:gd name="connsiteX63" fmla="*/ 60893 w 304904"/>
                  <a:gd name="connsiteY63" fmla="*/ 210836 h 359323"/>
                  <a:gd name="connsiteX64" fmla="*/ 74685 w 304904"/>
                  <a:gd name="connsiteY64" fmla="*/ 198311 h 359323"/>
                  <a:gd name="connsiteX65" fmla="*/ 90658 w 304904"/>
                  <a:gd name="connsiteY65" fmla="*/ 191967 h 359323"/>
                  <a:gd name="connsiteX66" fmla="*/ 98097 w 304904"/>
                  <a:gd name="connsiteY66" fmla="*/ 190786 h 359323"/>
                  <a:gd name="connsiteX67" fmla="*/ 109785 w 304904"/>
                  <a:gd name="connsiteY67" fmla="*/ 190433 h 359323"/>
                  <a:gd name="connsiteX68" fmla="*/ 117947 w 304904"/>
                  <a:gd name="connsiteY68" fmla="*/ 191233 h 359323"/>
                  <a:gd name="connsiteX69" fmla="*/ 119271 w 304904"/>
                  <a:gd name="connsiteY69" fmla="*/ 190090 h 359323"/>
                  <a:gd name="connsiteX70" fmla="*/ 119281 w 304904"/>
                  <a:gd name="connsiteY70" fmla="*/ 137322 h 359323"/>
                  <a:gd name="connsiteX71" fmla="*/ 107194 w 304904"/>
                  <a:gd name="connsiteY71" fmla="*/ 137341 h 359323"/>
                  <a:gd name="connsiteX72" fmla="*/ 93202 w 304904"/>
                  <a:gd name="connsiteY72" fmla="*/ 138932 h 359323"/>
                  <a:gd name="connsiteX73" fmla="*/ 77790 w 304904"/>
                  <a:gd name="connsiteY73" fmla="*/ 142761 h 359323"/>
                  <a:gd name="connsiteX74" fmla="*/ 67217 w 304904"/>
                  <a:gd name="connsiteY74" fmla="*/ 146914 h 359323"/>
                  <a:gd name="connsiteX75" fmla="*/ 51920 w 304904"/>
                  <a:gd name="connsiteY75" fmla="*/ 155467 h 359323"/>
                  <a:gd name="connsiteX76" fmla="*/ 41900 w 304904"/>
                  <a:gd name="connsiteY76" fmla="*/ 163135 h 359323"/>
                  <a:gd name="connsiteX77" fmla="*/ 32756 w 304904"/>
                  <a:gd name="connsiteY77" fmla="*/ 171945 h 359323"/>
                  <a:gd name="connsiteX78" fmla="*/ 22669 w 304904"/>
                  <a:gd name="connsiteY78" fmla="*/ 184528 h 359323"/>
                  <a:gd name="connsiteX79" fmla="*/ 12972 w 304904"/>
                  <a:gd name="connsiteY79" fmla="*/ 201130 h 359323"/>
                  <a:gd name="connsiteX80" fmla="*/ 7467 w 304904"/>
                  <a:gd name="connsiteY80" fmla="*/ 214370 h 359323"/>
                  <a:gd name="connsiteX81" fmla="*/ 2228 w 304904"/>
                  <a:gd name="connsiteY81" fmla="*/ 233791 h 359323"/>
                  <a:gd name="connsiteX82" fmla="*/ 847 w 304904"/>
                  <a:gd name="connsiteY82" fmla="*/ 243221 h 359323"/>
                  <a:gd name="connsiteX83" fmla="*/ 37 w 304904"/>
                  <a:gd name="connsiteY83" fmla="*/ 261833 h 359323"/>
                  <a:gd name="connsiteX84" fmla="*/ 847 w 304904"/>
                  <a:gd name="connsiteY84" fmla="*/ 272625 h 359323"/>
                  <a:gd name="connsiteX85" fmla="*/ 3971 w 304904"/>
                  <a:gd name="connsiteY85" fmla="*/ 289474 h 359323"/>
                  <a:gd name="connsiteX86" fmla="*/ 9924 w 304904"/>
                  <a:gd name="connsiteY86" fmla="*/ 306600 h 359323"/>
                  <a:gd name="connsiteX87" fmla="*/ 19707 w 304904"/>
                  <a:gd name="connsiteY87" fmla="*/ 324364 h 359323"/>
                  <a:gd name="connsiteX88" fmla="*/ 22326 w 304904"/>
                  <a:gd name="connsiteY88" fmla="*/ 328489 h 359323"/>
                  <a:gd name="connsiteX89" fmla="*/ 30070 w 304904"/>
                  <a:gd name="connsiteY89" fmla="*/ 337376 h 359323"/>
                  <a:gd name="connsiteX90" fmla="*/ 24126 w 304904"/>
                  <a:gd name="connsiteY90" fmla="*/ 330432 h 359323"/>
                  <a:gd name="connsiteX91" fmla="*/ 24098 w 304904"/>
                  <a:gd name="connsiteY91" fmla="*/ 329908 h 359323"/>
                  <a:gd name="connsiteX92" fmla="*/ 24984 w 304904"/>
                  <a:gd name="connsiteY92" fmla="*/ 330451 h 359323"/>
                  <a:gd name="connsiteX93" fmla="*/ 27231 w 304904"/>
                  <a:gd name="connsiteY93" fmla="*/ 332337 h 359323"/>
                  <a:gd name="connsiteX94" fmla="*/ 27460 w 304904"/>
                  <a:gd name="connsiteY94" fmla="*/ 332518 h 359323"/>
                  <a:gd name="connsiteX95" fmla="*/ 37652 w 304904"/>
                  <a:gd name="connsiteY95" fmla="*/ 339823 h 359323"/>
                  <a:gd name="connsiteX96" fmla="*/ 51615 w 304904"/>
                  <a:gd name="connsiteY96" fmla="*/ 347529 h 359323"/>
                  <a:gd name="connsiteX97" fmla="*/ 70313 w 304904"/>
                  <a:gd name="connsiteY97" fmla="*/ 354730 h 359323"/>
                  <a:gd name="connsiteX98" fmla="*/ 80105 w 304904"/>
                  <a:gd name="connsiteY98" fmla="*/ 356778 h 359323"/>
                  <a:gd name="connsiteX99" fmla="*/ 88868 w 304904"/>
                  <a:gd name="connsiteY99" fmla="*/ 358207 h 359323"/>
                  <a:gd name="connsiteX100" fmla="*/ 92944 w 304904"/>
                  <a:gd name="connsiteY100" fmla="*/ 358654 h 359323"/>
                  <a:gd name="connsiteX101" fmla="*/ 106184 w 304904"/>
                  <a:gd name="connsiteY101" fmla="*/ 359293 h 359323"/>
                  <a:gd name="connsiteX102" fmla="*/ 117566 w 304904"/>
                  <a:gd name="connsiteY102" fmla="*/ 358492 h 359323"/>
                  <a:gd name="connsiteX103" fmla="*/ 130759 w 304904"/>
                  <a:gd name="connsiteY103" fmla="*/ 356292 h 359323"/>
                  <a:gd name="connsiteX104" fmla="*/ 149885 w 304904"/>
                  <a:gd name="connsiteY104" fmla="*/ 350025 h 359323"/>
                  <a:gd name="connsiteX105" fmla="*/ 170154 w 304904"/>
                  <a:gd name="connsiteY105" fmla="*/ 338118 h 359323"/>
                  <a:gd name="connsiteX106" fmla="*/ 184156 w 304904"/>
                  <a:gd name="connsiteY106" fmla="*/ 325326 h 359323"/>
                  <a:gd name="connsiteX107" fmla="*/ 193176 w 304904"/>
                  <a:gd name="connsiteY107" fmla="*/ 314011 h 359323"/>
                  <a:gd name="connsiteX108" fmla="*/ 203272 w 304904"/>
                  <a:gd name="connsiteY108" fmla="*/ 296618 h 359323"/>
                  <a:gd name="connsiteX109" fmla="*/ 211121 w 304904"/>
                  <a:gd name="connsiteY109" fmla="*/ 275501 h 359323"/>
                  <a:gd name="connsiteX110" fmla="*/ 213940 w 304904"/>
                  <a:gd name="connsiteY110" fmla="*/ 263338 h 359323"/>
                  <a:gd name="connsiteX111" fmla="*/ 215379 w 304904"/>
                  <a:gd name="connsiteY111" fmla="*/ 254356 h 359323"/>
                  <a:gd name="connsiteX112" fmla="*/ 215826 w 304904"/>
                  <a:gd name="connsiteY112" fmla="*/ 249317 h 359323"/>
                  <a:gd name="connsiteX113" fmla="*/ 216436 w 304904"/>
                  <a:gd name="connsiteY113" fmla="*/ 180413 h 359323"/>
                  <a:gd name="connsiteX114" fmla="*/ 216465 w 304904"/>
                  <a:gd name="connsiteY114" fmla="*/ 111376 h 359323"/>
                  <a:gd name="connsiteX115" fmla="*/ 216465 w 304904"/>
                  <a:gd name="connsiteY115" fmla="*/ 110138 h 359323"/>
                  <a:gd name="connsiteX116" fmla="*/ 218855 w 304904"/>
                  <a:gd name="connsiteY116" fmla="*/ 112147 h 359323"/>
                  <a:gd name="connsiteX117" fmla="*/ 230657 w 304904"/>
                  <a:gd name="connsiteY117" fmla="*/ 120587 h 359323"/>
                  <a:gd name="connsiteX118" fmla="*/ 242144 w 304904"/>
                  <a:gd name="connsiteY118" fmla="*/ 126759 h 359323"/>
                  <a:gd name="connsiteX119" fmla="*/ 263232 w 304904"/>
                  <a:gd name="connsiteY119" fmla="*/ 134693 h 359323"/>
                  <a:gd name="connsiteX120" fmla="*/ 279082 w 304904"/>
                  <a:gd name="connsiteY120" fmla="*/ 138589 h 359323"/>
                  <a:gd name="connsiteX121" fmla="*/ 291341 w 304904"/>
                  <a:gd name="connsiteY121" fmla="*/ 140656 h 359323"/>
                  <a:gd name="connsiteX122" fmla="*/ 298894 w 304904"/>
                  <a:gd name="connsiteY122" fmla="*/ 141389 h 359323"/>
                  <a:gd name="connsiteX123" fmla="*/ 303876 w 304904"/>
                  <a:gd name="connsiteY123" fmla="*/ 141570 h 359323"/>
                  <a:gd name="connsiteX124" fmla="*/ 304904 w 304904"/>
                  <a:gd name="connsiteY124" fmla="*/ 140503 h 359323"/>
                  <a:gd name="connsiteX125" fmla="*/ 304857 w 304904"/>
                  <a:gd name="connsiteY125" fmla="*/ 116853 h 359323"/>
                  <a:gd name="connsiteX126" fmla="*/ 22945 w 304904"/>
                  <a:gd name="connsiteY126" fmla="*/ 329070 h 359323"/>
                  <a:gd name="connsiteX127" fmla="*/ 22783 w 304904"/>
                  <a:gd name="connsiteY127" fmla="*/ 328994 h 359323"/>
                  <a:gd name="connsiteX128" fmla="*/ 22850 w 304904"/>
                  <a:gd name="connsiteY128" fmla="*/ 328927 h 359323"/>
                  <a:gd name="connsiteX129" fmla="*/ 23021 w 304904"/>
                  <a:gd name="connsiteY129" fmla="*/ 329003 h 359323"/>
                  <a:gd name="connsiteX130" fmla="*/ 22945 w 304904"/>
                  <a:gd name="connsiteY130" fmla="*/ 329070 h 359323"/>
                  <a:gd name="connsiteX131" fmla="*/ 23783 w 304904"/>
                  <a:gd name="connsiteY131" fmla="*/ 329813 h 359323"/>
                  <a:gd name="connsiteX132" fmla="*/ 23612 w 304904"/>
                  <a:gd name="connsiteY132" fmla="*/ 329689 h 359323"/>
                  <a:gd name="connsiteX133" fmla="*/ 23764 w 304904"/>
                  <a:gd name="connsiteY133" fmla="*/ 329575 h 359323"/>
                  <a:gd name="connsiteX134" fmla="*/ 23926 w 304904"/>
                  <a:gd name="connsiteY134" fmla="*/ 329651 h 359323"/>
                  <a:gd name="connsiteX135" fmla="*/ 23783 w 304904"/>
                  <a:gd name="connsiteY135" fmla="*/ 329813 h 359323"/>
                  <a:gd name="connsiteX136" fmla="*/ 30041 w 304904"/>
                  <a:gd name="connsiteY136" fmla="*/ 337366 h 359323"/>
                  <a:gd name="connsiteX137" fmla="*/ 30584 w 304904"/>
                  <a:gd name="connsiteY137" fmla="*/ 337938 h 359323"/>
                  <a:gd name="connsiteX138" fmla="*/ 30041 w 304904"/>
                  <a:gd name="connsiteY138" fmla="*/ 337366 h 359323"/>
                  <a:gd name="connsiteX139" fmla="*/ 188090 w 304904"/>
                  <a:gd name="connsiteY139" fmla="*/ 29 h 359323"/>
                  <a:gd name="connsiteX140" fmla="*/ 218151 w 304904"/>
                  <a:gd name="connsiteY140" fmla="*/ 48 h 359323"/>
                  <a:gd name="connsiteX141" fmla="*/ 218151 w 304904"/>
                  <a:gd name="connsiteY141" fmla="*/ 29 h 359323"/>
                  <a:gd name="connsiteX142" fmla="*/ 188090 w 304904"/>
                  <a:gd name="connsiteY142" fmla="*/ 29 h 359323"/>
                  <a:gd name="connsiteX143" fmla="*/ 218160 w 304904"/>
                  <a:gd name="connsiteY143" fmla="*/ 48 h 359323"/>
                  <a:gd name="connsiteX144" fmla="*/ 218141 w 304904"/>
                  <a:gd name="connsiteY144" fmla="*/ 724 h 359323"/>
                  <a:gd name="connsiteX145" fmla="*/ 218179 w 304904"/>
                  <a:gd name="connsiteY145" fmla="*/ 48 h 359323"/>
                  <a:gd name="connsiteX146" fmla="*/ 218160 w 304904"/>
                  <a:gd name="connsiteY146" fmla="*/ 48 h 359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</a:cxnLst>
                <a:rect l="l" t="t" r="r" b="b"/>
                <a:pathLst>
                  <a:path w="304904" h="359323">
                    <a:moveTo>
                      <a:pt x="244963" y="49892"/>
                    </a:moveTo>
                    <a:cubicBezTo>
                      <a:pt x="246611" y="52911"/>
                      <a:pt x="248421" y="55826"/>
                      <a:pt x="250459" y="58617"/>
                    </a:cubicBezTo>
                    <a:cubicBezTo>
                      <a:pt x="250478" y="58645"/>
                      <a:pt x="250774" y="58845"/>
                      <a:pt x="250945" y="59017"/>
                    </a:cubicBezTo>
                    <a:cubicBezTo>
                      <a:pt x="250364" y="58207"/>
                      <a:pt x="247754" y="54893"/>
                      <a:pt x="244963" y="49892"/>
                    </a:cubicBezTo>
                    <a:close/>
                    <a:moveTo>
                      <a:pt x="251050" y="59160"/>
                    </a:moveTo>
                    <a:cubicBezTo>
                      <a:pt x="251050" y="59169"/>
                      <a:pt x="251050" y="59179"/>
                      <a:pt x="251050" y="59188"/>
                    </a:cubicBezTo>
                    <a:cubicBezTo>
                      <a:pt x="251050" y="59188"/>
                      <a:pt x="251050" y="59198"/>
                      <a:pt x="251050" y="59207"/>
                    </a:cubicBezTo>
                    <a:cubicBezTo>
                      <a:pt x="251050" y="59207"/>
                      <a:pt x="251050" y="59207"/>
                      <a:pt x="251050" y="59207"/>
                    </a:cubicBezTo>
                    <a:cubicBezTo>
                      <a:pt x="251059" y="59207"/>
                      <a:pt x="251059" y="59217"/>
                      <a:pt x="251069" y="59217"/>
                    </a:cubicBezTo>
                    <a:cubicBezTo>
                      <a:pt x="252174" y="59998"/>
                      <a:pt x="253269" y="60789"/>
                      <a:pt x="254374" y="61560"/>
                    </a:cubicBezTo>
                    <a:cubicBezTo>
                      <a:pt x="253269" y="60779"/>
                      <a:pt x="252155" y="59941"/>
                      <a:pt x="251050" y="59160"/>
                    </a:cubicBezTo>
                    <a:close/>
                    <a:moveTo>
                      <a:pt x="304857" y="116853"/>
                    </a:moveTo>
                    <a:cubicBezTo>
                      <a:pt x="304857" y="108537"/>
                      <a:pt x="304857" y="100222"/>
                      <a:pt x="304866" y="91916"/>
                    </a:cubicBezTo>
                    <a:cubicBezTo>
                      <a:pt x="301551" y="91373"/>
                      <a:pt x="298294" y="90592"/>
                      <a:pt x="295074" y="89659"/>
                    </a:cubicBezTo>
                    <a:cubicBezTo>
                      <a:pt x="289521" y="88049"/>
                      <a:pt x="284130" y="85992"/>
                      <a:pt x="278987" y="83325"/>
                    </a:cubicBezTo>
                    <a:cubicBezTo>
                      <a:pt x="273910" y="80696"/>
                      <a:pt x="269147" y="77600"/>
                      <a:pt x="264737" y="73943"/>
                    </a:cubicBezTo>
                    <a:cubicBezTo>
                      <a:pt x="262404" y="72009"/>
                      <a:pt x="260118" y="70047"/>
                      <a:pt x="258051" y="67847"/>
                    </a:cubicBezTo>
                    <a:cubicBezTo>
                      <a:pt x="257736" y="67513"/>
                      <a:pt x="257422" y="67170"/>
                      <a:pt x="257108" y="66827"/>
                    </a:cubicBezTo>
                    <a:cubicBezTo>
                      <a:pt x="256831" y="66532"/>
                      <a:pt x="256565" y="66227"/>
                      <a:pt x="256289" y="65932"/>
                    </a:cubicBezTo>
                    <a:cubicBezTo>
                      <a:pt x="254403" y="63818"/>
                      <a:pt x="252612" y="61617"/>
                      <a:pt x="251059" y="59207"/>
                    </a:cubicBezTo>
                    <a:cubicBezTo>
                      <a:pt x="250297" y="59017"/>
                      <a:pt x="249231" y="58064"/>
                      <a:pt x="248716" y="57626"/>
                    </a:cubicBezTo>
                    <a:cubicBezTo>
                      <a:pt x="245106" y="54559"/>
                      <a:pt x="241792" y="51206"/>
                      <a:pt x="238763" y="47549"/>
                    </a:cubicBezTo>
                    <a:cubicBezTo>
                      <a:pt x="234114" y="41939"/>
                      <a:pt x="230266" y="35833"/>
                      <a:pt x="227133" y="29270"/>
                    </a:cubicBezTo>
                    <a:cubicBezTo>
                      <a:pt x="223989" y="22717"/>
                      <a:pt x="221570" y="15897"/>
                      <a:pt x="219884" y="8830"/>
                    </a:cubicBezTo>
                    <a:cubicBezTo>
                      <a:pt x="219274" y="6267"/>
                      <a:pt x="218731" y="3686"/>
                      <a:pt x="218189" y="1105"/>
                    </a:cubicBezTo>
                    <a:cubicBezTo>
                      <a:pt x="218189" y="1086"/>
                      <a:pt x="218179" y="1067"/>
                      <a:pt x="218179" y="1048"/>
                    </a:cubicBezTo>
                    <a:cubicBezTo>
                      <a:pt x="218169" y="1000"/>
                      <a:pt x="218169" y="943"/>
                      <a:pt x="218160" y="886"/>
                    </a:cubicBezTo>
                    <a:cubicBezTo>
                      <a:pt x="218160" y="867"/>
                      <a:pt x="218160" y="857"/>
                      <a:pt x="218151" y="838"/>
                    </a:cubicBezTo>
                    <a:cubicBezTo>
                      <a:pt x="218151" y="810"/>
                      <a:pt x="218151" y="772"/>
                      <a:pt x="218151" y="743"/>
                    </a:cubicBezTo>
                    <a:cubicBezTo>
                      <a:pt x="218151" y="524"/>
                      <a:pt x="218179" y="286"/>
                      <a:pt x="218189" y="67"/>
                    </a:cubicBezTo>
                    <a:lnTo>
                      <a:pt x="218169" y="67"/>
                    </a:lnTo>
                    <a:lnTo>
                      <a:pt x="218169" y="29"/>
                    </a:lnTo>
                    <a:cubicBezTo>
                      <a:pt x="208149" y="29"/>
                      <a:pt x="198129" y="29"/>
                      <a:pt x="188109" y="29"/>
                    </a:cubicBezTo>
                    <a:cubicBezTo>
                      <a:pt x="187385" y="29"/>
                      <a:pt x="186661" y="29"/>
                      <a:pt x="185937" y="29"/>
                    </a:cubicBezTo>
                    <a:cubicBezTo>
                      <a:pt x="183508" y="29"/>
                      <a:pt x="181117" y="29"/>
                      <a:pt x="178831" y="19"/>
                    </a:cubicBezTo>
                    <a:cubicBezTo>
                      <a:pt x="177888" y="19"/>
                      <a:pt x="176964" y="19"/>
                      <a:pt x="176060" y="19"/>
                    </a:cubicBezTo>
                    <a:cubicBezTo>
                      <a:pt x="173802" y="19"/>
                      <a:pt x="171697" y="10"/>
                      <a:pt x="169802" y="0"/>
                    </a:cubicBezTo>
                    <a:cubicBezTo>
                      <a:pt x="168678" y="0"/>
                      <a:pt x="168477" y="324"/>
                      <a:pt x="168477" y="1372"/>
                    </a:cubicBezTo>
                    <a:cubicBezTo>
                      <a:pt x="168506" y="77876"/>
                      <a:pt x="168497" y="154381"/>
                      <a:pt x="168497" y="230896"/>
                    </a:cubicBezTo>
                    <a:cubicBezTo>
                      <a:pt x="168497" y="237611"/>
                      <a:pt x="168535" y="244316"/>
                      <a:pt x="168477" y="251022"/>
                    </a:cubicBezTo>
                    <a:cubicBezTo>
                      <a:pt x="168439" y="254851"/>
                      <a:pt x="168087" y="258651"/>
                      <a:pt x="167678" y="262461"/>
                    </a:cubicBezTo>
                    <a:cubicBezTo>
                      <a:pt x="167154" y="267281"/>
                      <a:pt x="166363" y="272044"/>
                      <a:pt x="165077" y="276720"/>
                    </a:cubicBezTo>
                    <a:cubicBezTo>
                      <a:pt x="164487" y="278863"/>
                      <a:pt x="163258" y="280721"/>
                      <a:pt x="162172" y="282626"/>
                    </a:cubicBezTo>
                    <a:cubicBezTo>
                      <a:pt x="159419" y="287474"/>
                      <a:pt x="155943" y="291760"/>
                      <a:pt x="151856" y="295551"/>
                    </a:cubicBezTo>
                    <a:cubicBezTo>
                      <a:pt x="148885" y="298313"/>
                      <a:pt x="145627" y="300676"/>
                      <a:pt x="142065" y="302619"/>
                    </a:cubicBezTo>
                    <a:cubicBezTo>
                      <a:pt x="137178" y="305286"/>
                      <a:pt x="132025" y="307219"/>
                      <a:pt x="126549" y="308239"/>
                    </a:cubicBezTo>
                    <a:cubicBezTo>
                      <a:pt x="124605" y="308601"/>
                      <a:pt x="122653" y="308848"/>
                      <a:pt x="120681" y="309048"/>
                    </a:cubicBezTo>
                    <a:cubicBezTo>
                      <a:pt x="118719" y="309248"/>
                      <a:pt x="116766" y="309239"/>
                      <a:pt x="114823" y="309210"/>
                    </a:cubicBezTo>
                    <a:cubicBezTo>
                      <a:pt x="107994" y="309124"/>
                      <a:pt x="101422" y="307705"/>
                      <a:pt x="95087" y="305162"/>
                    </a:cubicBezTo>
                    <a:cubicBezTo>
                      <a:pt x="90515" y="303333"/>
                      <a:pt x="86296" y="300876"/>
                      <a:pt x="82495" y="297771"/>
                    </a:cubicBezTo>
                    <a:cubicBezTo>
                      <a:pt x="78371" y="294399"/>
                      <a:pt x="74913" y="290427"/>
                      <a:pt x="72304" y="285360"/>
                    </a:cubicBezTo>
                    <a:cubicBezTo>
                      <a:pt x="72370" y="285150"/>
                      <a:pt x="69779" y="280349"/>
                      <a:pt x="68122" y="274339"/>
                    </a:cubicBezTo>
                    <a:cubicBezTo>
                      <a:pt x="69084" y="277968"/>
                      <a:pt x="70332" y="281492"/>
                      <a:pt x="72075" y="284836"/>
                    </a:cubicBezTo>
                    <a:cubicBezTo>
                      <a:pt x="72142" y="284979"/>
                      <a:pt x="72161" y="285102"/>
                      <a:pt x="72132" y="285264"/>
                    </a:cubicBezTo>
                    <a:cubicBezTo>
                      <a:pt x="72123" y="285312"/>
                      <a:pt x="72113" y="285350"/>
                      <a:pt x="72094" y="285407"/>
                    </a:cubicBezTo>
                    <a:cubicBezTo>
                      <a:pt x="70627" y="284664"/>
                      <a:pt x="69341" y="283674"/>
                      <a:pt x="68075" y="282673"/>
                    </a:cubicBezTo>
                    <a:cubicBezTo>
                      <a:pt x="67989" y="282607"/>
                      <a:pt x="67913" y="282550"/>
                      <a:pt x="67827" y="282483"/>
                    </a:cubicBezTo>
                    <a:cubicBezTo>
                      <a:pt x="66312" y="281283"/>
                      <a:pt x="64827" y="280026"/>
                      <a:pt x="63484" y="278606"/>
                    </a:cubicBezTo>
                    <a:cubicBezTo>
                      <a:pt x="59521" y="274425"/>
                      <a:pt x="56559" y="269643"/>
                      <a:pt x="54587" y="264214"/>
                    </a:cubicBezTo>
                    <a:cubicBezTo>
                      <a:pt x="53463" y="261109"/>
                      <a:pt x="52530" y="257956"/>
                      <a:pt x="51901" y="254727"/>
                    </a:cubicBezTo>
                    <a:cubicBezTo>
                      <a:pt x="51406" y="252193"/>
                      <a:pt x="51063" y="249622"/>
                      <a:pt x="50930" y="247021"/>
                    </a:cubicBezTo>
                    <a:cubicBezTo>
                      <a:pt x="50853" y="245459"/>
                      <a:pt x="50711" y="243916"/>
                      <a:pt x="50758" y="242354"/>
                    </a:cubicBezTo>
                    <a:cubicBezTo>
                      <a:pt x="50911" y="236811"/>
                      <a:pt x="51672" y="231372"/>
                      <a:pt x="53301" y="226047"/>
                    </a:cubicBezTo>
                    <a:cubicBezTo>
                      <a:pt x="54978" y="220542"/>
                      <a:pt x="57511" y="215465"/>
                      <a:pt x="60893" y="210836"/>
                    </a:cubicBezTo>
                    <a:cubicBezTo>
                      <a:pt x="64617" y="205740"/>
                      <a:pt x="69265" y="201587"/>
                      <a:pt x="74685" y="198311"/>
                    </a:cubicBezTo>
                    <a:cubicBezTo>
                      <a:pt x="79657" y="195310"/>
                      <a:pt x="85019" y="193262"/>
                      <a:pt x="90658" y="191967"/>
                    </a:cubicBezTo>
                    <a:cubicBezTo>
                      <a:pt x="93106" y="191405"/>
                      <a:pt x="95602" y="191081"/>
                      <a:pt x="98097" y="190786"/>
                    </a:cubicBezTo>
                    <a:cubicBezTo>
                      <a:pt x="101993" y="190319"/>
                      <a:pt x="105889" y="190291"/>
                      <a:pt x="109785" y="190433"/>
                    </a:cubicBezTo>
                    <a:cubicBezTo>
                      <a:pt x="112509" y="190529"/>
                      <a:pt x="115262" y="190652"/>
                      <a:pt x="117947" y="191233"/>
                    </a:cubicBezTo>
                    <a:cubicBezTo>
                      <a:pt x="119062" y="191472"/>
                      <a:pt x="119271" y="191291"/>
                      <a:pt x="119271" y="190090"/>
                    </a:cubicBezTo>
                    <a:cubicBezTo>
                      <a:pt x="119271" y="172498"/>
                      <a:pt x="119271" y="154915"/>
                      <a:pt x="119281" y="137322"/>
                    </a:cubicBezTo>
                    <a:cubicBezTo>
                      <a:pt x="115252" y="137312"/>
                      <a:pt x="111204" y="137131"/>
                      <a:pt x="107194" y="137341"/>
                    </a:cubicBezTo>
                    <a:cubicBezTo>
                      <a:pt x="102507" y="137579"/>
                      <a:pt x="97840" y="138122"/>
                      <a:pt x="93202" y="138932"/>
                    </a:cubicBezTo>
                    <a:cubicBezTo>
                      <a:pt x="87972" y="139846"/>
                      <a:pt x="82838" y="141122"/>
                      <a:pt x="77790" y="142761"/>
                    </a:cubicBezTo>
                    <a:cubicBezTo>
                      <a:pt x="74190" y="143932"/>
                      <a:pt x="70675" y="145342"/>
                      <a:pt x="67217" y="146914"/>
                    </a:cubicBezTo>
                    <a:cubicBezTo>
                      <a:pt x="61883" y="149352"/>
                      <a:pt x="56778" y="152181"/>
                      <a:pt x="51920" y="155467"/>
                    </a:cubicBezTo>
                    <a:cubicBezTo>
                      <a:pt x="48434" y="157829"/>
                      <a:pt x="45119" y="160411"/>
                      <a:pt x="41900" y="163135"/>
                    </a:cubicBezTo>
                    <a:cubicBezTo>
                      <a:pt x="38652" y="165878"/>
                      <a:pt x="35642" y="168859"/>
                      <a:pt x="32756" y="171945"/>
                    </a:cubicBezTo>
                    <a:cubicBezTo>
                      <a:pt x="29089" y="175879"/>
                      <a:pt x="25736" y="180099"/>
                      <a:pt x="22669" y="184528"/>
                    </a:cubicBezTo>
                    <a:cubicBezTo>
                      <a:pt x="19011" y="189814"/>
                      <a:pt x="15773" y="195348"/>
                      <a:pt x="12972" y="201130"/>
                    </a:cubicBezTo>
                    <a:cubicBezTo>
                      <a:pt x="10886" y="205435"/>
                      <a:pt x="9077" y="209855"/>
                      <a:pt x="7467" y="214370"/>
                    </a:cubicBezTo>
                    <a:cubicBezTo>
                      <a:pt x="5210" y="220713"/>
                      <a:pt x="3514" y="227200"/>
                      <a:pt x="2228" y="233791"/>
                    </a:cubicBezTo>
                    <a:cubicBezTo>
                      <a:pt x="1619" y="236906"/>
                      <a:pt x="1238" y="240068"/>
                      <a:pt x="847" y="243221"/>
                    </a:cubicBezTo>
                    <a:cubicBezTo>
                      <a:pt x="76" y="249412"/>
                      <a:pt x="-86" y="255613"/>
                      <a:pt x="37" y="261833"/>
                    </a:cubicBezTo>
                    <a:cubicBezTo>
                      <a:pt x="114" y="265443"/>
                      <a:pt x="447" y="269034"/>
                      <a:pt x="847" y="272625"/>
                    </a:cubicBezTo>
                    <a:cubicBezTo>
                      <a:pt x="1476" y="278321"/>
                      <a:pt x="2524" y="283931"/>
                      <a:pt x="3971" y="289474"/>
                    </a:cubicBezTo>
                    <a:cubicBezTo>
                      <a:pt x="5505" y="295332"/>
                      <a:pt x="7505" y="301038"/>
                      <a:pt x="9924" y="306600"/>
                    </a:cubicBezTo>
                    <a:cubicBezTo>
                      <a:pt x="12629" y="312839"/>
                      <a:pt x="15944" y="318716"/>
                      <a:pt x="19707" y="324364"/>
                    </a:cubicBezTo>
                    <a:cubicBezTo>
                      <a:pt x="20602" y="325707"/>
                      <a:pt x="21554" y="327003"/>
                      <a:pt x="22326" y="328489"/>
                    </a:cubicBezTo>
                    <a:cubicBezTo>
                      <a:pt x="22193" y="328689"/>
                      <a:pt x="27270" y="334366"/>
                      <a:pt x="30070" y="337376"/>
                    </a:cubicBezTo>
                    <a:cubicBezTo>
                      <a:pt x="28003" y="335147"/>
                      <a:pt x="26050" y="332794"/>
                      <a:pt x="24126" y="330432"/>
                    </a:cubicBezTo>
                    <a:cubicBezTo>
                      <a:pt x="24002" y="330279"/>
                      <a:pt x="23955" y="330127"/>
                      <a:pt x="24098" y="329908"/>
                    </a:cubicBezTo>
                    <a:cubicBezTo>
                      <a:pt x="24412" y="330070"/>
                      <a:pt x="24698" y="330251"/>
                      <a:pt x="24984" y="330451"/>
                    </a:cubicBezTo>
                    <a:cubicBezTo>
                      <a:pt x="25784" y="331022"/>
                      <a:pt x="26479" y="331718"/>
                      <a:pt x="27231" y="332337"/>
                    </a:cubicBezTo>
                    <a:cubicBezTo>
                      <a:pt x="27308" y="332403"/>
                      <a:pt x="27384" y="332461"/>
                      <a:pt x="27460" y="332518"/>
                    </a:cubicBezTo>
                    <a:cubicBezTo>
                      <a:pt x="30736" y="335118"/>
                      <a:pt x="34118" y="337576"/>
                      <a:pt x="37652" y="339823"/>
                    </a:cubicBezTo>
                    <a:cubicBezTo>
                      <a:pt x="42138" y="342700"/>
                      <a:pt x="46796" y="345253"/>
                      <a:pt x="51615" y="347529"/>
                    </a:cubicBezTo>
                    <a:cubicBezTo>
                      <a:pt x="57664" y="350387"/>
                      <a:pt x="63912" y="352777"/>
                      <a:pt x="70313" y="354730"/>
                    </a:cubicBezTo>
                    <a:cubicBezTo>
                      <a:pt x="73504" y="355702"/>
                      <a:pt x="76828" y="356130"/>
                      <a:pt x="80105" y="356778"/>
                    </a:cubicBezTo>
                    <a:cubicBezTo>
                      <a:pt x="83010" y="357349"/>
                      <a:pt x="85953" y="357711"/>
                      <a:pt x="88868" y="358207"/>
                    </a:cubicBezTo>
                    <a:cubicBezTo>
                      <a:pt x="90201" y="358435"/>
                      <a:pt x="91582" y="358550"/>
                      <a:pt x="92944" y="358654"/>
                    </a:cubicBezTo>
                    <a:cubicBezTo>
                      <a:pt x="97354" y="358997"/>
                      <a:pt x="101764" y="359445"/>
                      <a:pt x="106184" y="359293"/>
                    </a:cubicBezTo>
                    <a:cubicBezTo>
                      <a:pt x="109985" y="359169"/>
                      <a:pt x="113776" y="358950"/>
                      <a:pt x="117566" y="358492"/>
                    </a:cubicBezTo>
                    <a:cubicBezTo>
                      <a:pt x="122005" y="357969"/>
                      <a:pt x="126406" y="357264"/>
                      <a:pt x="130759" y="356292"/>
                    </a:cubicBezTo>
                    <a:cubicBezTo>
                      <a:pt x="137331" y="354825"/>
                      <a:pt x="143713" y="352749"/>
                      <a:pt x="149885" y="350025"/>
                    </a:cubicBezTo>
                    <a:cubicBezTo>
                      <a:pt x="157105" y="346834"/>
                      <a:pt x="163829" y="342833"/>
                      <a:pt x="170154" y="338118"/>
                    </a:cubicBezTo>
                    <a:cubicBezTo>
                      <a:pt x="175250" y="334309"/>
                      <a:pt x="179822" y="329936"/>
                      <a:pt x="184156" y="325326"/>
                    </a:cubicBezTo>
                    <a:cubicBezTo>
                      <a:pt x="187461" y="321812"/>
                      <a:pt x="190404" y="317973"/>
                      <a:pt x="193176" y="314011"/>
                    </a:cubicBezTo>
                    <a:cubicBezTo>
                      <a:pt x="197034" y="308496"/>
                      <a:pt x="200386" y="302685"/>
                      <a:pt x="203272" y="296618"/>
                    </a:cubicBezTo>
                    <a:cubicBezTo>
                      <a:pt x="206511" y="289817"/>
                      <a:pt x="209083" y="282750"/>
                      <a:pt x="211121" y="275501"/>
                    </a:cubicBezTo>
                    <a:cubicBezTo>
                      <a:pt x="212245" y="271491"/>
                      <a:pt x="213150" y="267433"/>
                      <a:pt x="213940" y="263338"/>
                    </a:cubicBezTo>
                    <a:cubicBezTo>
                      <a:pt x="214521" y="260356"/>
                      <a:pt x="214912" y="257356"/>
                      <a:pt x="215379" y="254356"/>
                    </a:cubicBezTo>
                    <a:cubicBezTo>
                      <a:pt x="215636" y="252698"/>
                      <a:pt x="215731" y="251003"/>
                      <a:pt x="215826" y="249317"/>
                    </a:cubicBezTo>
                    <a:cubicBezTo>
                      <a:pt x="217188" y="226362"/>
                      <a:pt x="216274" y="203378"/>
                      <a:pt x="216436" y="180413"/>
                    </a:cubicBezTo>
                    <a:cubicBezTo>
                      <a:pt x="216598" y="157401"/>
                      <a:pt x="216465" y="134388"/>
                      <a:pt x="216465" y="111376"/>
                    </a:cubicBezTo>
                    <a:lnTo>
                      <a:pt x="216465" y="110138"/>
                    </a:lnTo>
                    <a:cubicBezTo>
                      <a:pt x="217379" y="110909"/>
                      <a:pt x="218122" y="111528"/>
                      <a:pt x="218855" y="112147"/>
                    </a:cubicBezTo>
                    <a:cubicBezTo>
                      <a:pt x="222551" y="115291"/>
                      <a:pt x="226523" y="118053"/>
                      <a:pt x="230657" y="120587"/>
                    </a:cubicBezTo>
                    <a:cubicBezTo>
                      <a:pt x="234371" y="122873"/>
                      <a:pt x="238210" y="124911"/>
                      <a:pt x="242144" y="126759"/>
                    </a:cubicBezTo>
                    <a:cubicBezTo>
                      <a:pt x="248954" y="129969"/>
                      <a:pt x="256012" y="132559"/>
                      <a:pt x="263232" y="134693"/>
                    </a:cubicBezTo>
                    <a:cubicBezTo>
                      <a:pt x="268452" y="136236"/>
                      <a:pt x="273748" y="137522"/>
                      <a:pt x="279082" y="138589"/>
                    </a:cubicBezTo>
                    <a:cubicBezTo>
                      <a:pt x="283149" y="139398"/>
                      <a:pt x="287235" y="140103"/>
                      <a:pt x="291341" y="140656"/>
                    </a:cubicBezTo>
                    <a:cubicBezTo>
                      <a:pt x="293846" y="140989"/>
                      <a:pt x="296370" y="141227"/>
                      <a:pt x="298894" y="141389"/>
                    </a:cubicBezTo>
                    <a:cubicBezTo>
                      <a:pt x="300561" y="141503"/>
                      <a:pt x="302218" y="141446"/>
                      <a:pt x="303876" y="141570"/>
                    </a:cubicBezTo>
                    <a:cubicBezTo>
                      <a:pt x="304771" y="141637"/>
                      <a:pt x="304904" y="141294"/>
                      <a:pt x="304904" y="140503"/>
                    </a:cubicBezTo>
                    <a:cubicBezTo>
                      <a:pt x="304847" y="132626"/>
                      <a:pt x="304857" y="124739"/>
                      <a:pt x="304857" y="116853"/>
                    </a:cubicBezTo>
                    <a:close/>
                    <a:moveTo>
                      <a:pt x="22945" y="329070"/>
                    </a:moveTo>
                    <a:cubicBezTo>
                      <a:pt x="22888" y="329051"/>
                      <a:pt x="22840" y="329022"/>
                      <a:pt x="22783" y="328994"/>
                    </a:cubicBezTo>
                    <a:cubicBezTo>
                      <a:pt x="22802" y="328974"/>
                      <a:pt x="22831" y="328917"/>
                      <a:pt x="22850" y="328927"/>
                    </a:cubicBezTo>
                    <a:cubicBezTo>
                      <a:pt x="22907" y="328946"/>
                      <a:pt x="22955" y="328974"/>
                      <a:pt x="23021" y="329003"/>
                    </a:cubicBezTo>
                    <a:cubicBezTo>
                      <a:pt x="22993" y="329032"/>
                      <a:pt x="22964" y="329079"/>
                      <a:pt x="22945" y="329070"/>
                    </a:cubicBezTo>
                    <a:close/>
                    <a:moveTo>
                      <a:pt x="23783" y="329813"/>
                    </a:moveTo>
                    <a:cubicBezTo>
                      <a:pt x="23717" y="329784"/>
                      <a:pt x="23669" y="329737"/>
                      <a:pt x="23612" y="329689"/>
                    </a:cubicBezTo>
                    <a:cubicBezTo>
                      <a:pt x="23669" y="329651"/>
                      <a:pt x="23717" y="329584"/>
                      <a:pt x="23764" y="329575"/>
                    </a:cubicBezTo>
                    <a:cubicBezTo>
                      <a:pt x="23821" y="329565"/>
                      <a:pt x="23917" y="329622"/>
                      <a:pt x="23926" y="329651"/>
                    </a:cubicBezTo>
                    <a:cubicBezTo>
                      <a:pt x="23945" y="329756"/>
                      <a:pt x="23945" y="329889"/>
                      <a:pt x="23783" y="329813"/>
                    </a:cubicBezTo>
                    <a:close/>
                    <a:moveTo>
                      <a:pt x="30041" y="337366"/>
                    </a:moveTo>
                    <a:cubicBezTo>
                      <a:pt x="30232" y="337576"/>
                      <a:pt x="30413" y="337766"/>
                      <a:pt x="30584" y="337938"/>
                    </a:cubicBezTo>
                    <a:cubicBezTo>
                      <a:pt x="30394" y="337747"/>
                      <a:pt x="30222" y="337557"/>
                      <a:pt x="30041" y="337366"/>
                    </a:cubicBezTo>
                    <a:close/>
                    <a:moveTo>
                      <a:pt x="188090" y="29"/>
                    </a:moveTo>
                    <a:cubicBezTo>
                      <a:pt x="202872" y="48"/>
                      <a:pt x="218151" y="48"/>
                      <a:pt x="218151" y="48"/>
                    </a:cubicBezTo>
                    <a:lnTo>
                      <a:pt x="218151" y="29"/>
                    </a:lnTo>
                    <a:cubicBezTo>
                      <a:pt x="208140" y="29"/>
                      <a:pt x="198119" y="38"/>
                      <a:pt x="188090" y="29"/>
                    </a:cubicBezTo>
                    <a:close/>
                    <a:moveTo>
                      <a:pt x="218160" y="48"/>
                    </a:moveTo>
                    <a:cubicBezTo>
                      <a:pt x="218160" y="48"/>
                      <a:pt x="218131" y="400"/>
                      <a:pt x="218141" y="724"/>
                    </a:cubicBezTo>
                    <a:cubicBezTo>
                      <a:pt x="218141" y="505"/>
                      <a:pt x="218169" y="267"/>
                      <a:pt x="218179" y="48"/>
                    </a:cubicBezTo>
                    <a:lnTo>
                      <a:pt x="218160" y="48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3819" name="Freeform: Shape 3818">
                <a:extLst>
                  <a:ext uri="{FF2B5EF4-FFF2-40B4-BE49-F238E27FC236}">
                    <a16:creationId xmlns:a16="http://schemas.microsoft.com/office/drawing/2014/main" id="{47E63234-5418-759A-1CC3-697853461720}"/>
                  </a:ext>
                </a:extLst>
              </p:cNvPr>
              <p:cNvSpPr/>
              <p:nvPr/>
            </p:nvSpPr>
            <p:spPr>
              <a:xfrm>
                <a:off x="2632355" y="1556869"/>
                <a:ext cx="320087" cy="344277"/>
              </a:xfrm>
              <a:custGeom>
                <a:avLst/>
                <a:gdLst>
                  <a:gd name="connsiteX0" fmla="*/ 118253 w 320087"/>
                  <a:gd name="connsiteY0" fmla="*/ 137071 h 344277"/>
                  <a:gd name="connsiteX1" fmla="*/ 129654 w 320087"/>
                  <a:gd name="connsiteY1" fmla="*/ 138071 h 344277"/>
                  <a:gd name="connsiteX2" fmla="*/ 133445 w 320087"/>
                  <a:gd name="connsiteY2" fmla="*/ 138509 h 344277"/>
                  <a:gd name="connsiteX3" fmla="*/ 134455 w 320087"/>
                  <a:gd name="connsiteY3" fmla="*/ 139661 h 344277"/>
                  <a:gd name="connsiteX4" fmla="*/ 134464 w 320087"/>
                  <a:gd name="connsiteY4" fmla="*/ 153044 h 344277"/>
                  <a:gd name="connsiteX5" fmla="*/ 134255 w 320087"/>
                  <a:gd name="connsiteY5" fmla="*/ 153111 h 344277"/>
                  <a:gd name="connsiteX6" fmla="*/ 122168 w 320087"/>
                  <a:gd name="connsiteY6" fmla="*/ 153130 h 344277"/>
                  <a:gd name="connsiteX7" fmla="*/ 108176 w 320087"/>
                  <a:gd name="connsiteY7" fmla="*/ 154720 h 344277"/>
                  <a:gd name="connsiteX8" fmla="*/ 92764 w 320087"/>
                  <a:gd name="connsiteY8" fmla="*/ 158550 h 344277"/>
                  <a:gd name="connsiteX9" fmla="*/ 82191 w 320087"/>
                  <a:gd name="connsiteY9" fmla="*/ 162702 h 344277"/>
                  <a:gd name="connsiteX10" fmla="*/ 66894 w 320087"/>
                  <a:gd name="connsiteY10" fmla="*/ 171256 h 344277"/>
                  <a:gd name="connsiteX11" fmla="*/ 56874 w 320087"/>
                  <a:gd name="connsiteY11" fmla="*/ 178924 h 344277"/>
                  <a:gd name="connsiteX12" fmla="*/ 47730 w 320087"/>
                  <a:gd name="connsiteY12" fmla="*/ 187734 h 344277"/>
                  <a:gd name="connsiteX13" fmla="*/ 37643 w 320087"/>
                  <a:gd name="connsiteY13" fmla="*/ 200317 h 344277"/>
                  <a:gd name="connsiteX14" fmla="*/ 27947 w 320087"/>
                  <a:gd name="connsiteY14" fmla="*/ 216919 h 344277"/>
                  <a:gd name="connsiteX15" fmla="*/ 22441 w 320087"/>
                  <a:gd name="connsiteY15" fmla="*/ 230158 h 344277"/>
                  <a:gd name="connsiteX16" fmla="*/ 17202 w 320087"/>
                  <a:gd name="connsiteY16" fmla="*/ 249580 h 344277"/>
                  <a:gd name="connsiteX17" fmla="*/ 15821 w 320087"/>
                  <a:gd name="connsiteY17" fmla="*/ 259010 h 344277"/>
                  <a:gd name="connsiteX18" fmla="*/ 15012 w 320087"/>
                  <a:gd name="connsiteY18" fmla="*/ 277622 h 344277"/>
                  <a:gd name="connsiteX19" fmla="*/ 15821 w 320087"/>
                  <a:gd name="connsiteY19" fmla="*/ 288413 h 344277"/>
                  <a:gd name="connsiteX20" fmla="*/ 18945 w 320087"/>
                  <a:gd name="connsiteY20" fmla="*/ 305263 h 344277"/>
                  <a:gd name="connsiteX21" fmla="*/ 24898 w 320087"/>
                  <a:gd name="connsiteY21" fmla="*/ 322389 h 344277"/>
                  <a:gd name="connsiteX22" fmla="*/ 34681 w 320087"/>
                  <a:gd name="connsiteY22" fmla="*/ 340153 h 344277"/>
                  <a:gd name="connsiteX23" fmla="*/ 37300 w 320087"/>
                  <a:gd name="connsiteY23" fmla="*/ 344277 h 344277"/>
                  <a:gd name="connsiteX24" fmla="*/ 34747 w 320087"/>
                  <a:gd name="connsiteY24" fmla="*/ 342068 h 344277"/>
                  <a:gd name="connsiteX25" fmla="*/ 23222 w 320087"/>
                  <a:gd name="connsiteY25" fmla="*/ 329114 h 344277"/>
                  <a:gd name="connsiteX26" fmla="*/ 13783 w 320087"/>
                  <a:gd name="connsiteY26" fmla="*/ 314493 h 344277"/>
                  <a:gd name="connsiteX27" fmla="*/ 5325 w 320087"/>
                  <a:gd name="connsiteY27" fmla="*/ 294328 h 344277"/>
                  <a:gd name="connsiteX28" fmla="*/ 1553 w 320087"/>
                  <a:gd name="connsiteY28" fmla="*/ 278479 h 344277"/>
                  <a:gd name="connsiteX29" fmla="*/ 371 w 320087"/>
                  <a:gd name="connsiteY29" fmla="*/ 269125 h 344277"/>
                  <a:gd name="connsiteX30" fmla="*/ 0 w 320087"/>
                  <a:gd name="connsiteY30" fmla="*/ 265268 h 344277"/>
                  <a:gd name="connsiteX31" fmla="*/ 0 w 320087"/>
                  <a:gd name="connsiteY31" fmla="*/ 250285 h 344277"/>
                  <a:gd name="connsiteX32" fmla="*/ 210 w 320087"/>
                  <a:gd name="connsiteY32" fmla="*/ 249618 h 344277"/>
                  <a:gd name="connsiteX33" fmla="*/ 1038 w 320087"/>
                  <a:gd name="connsiteY33" fmla="*/ 240750 h 344277"/>
                  <a:gd name="connsiteX34" fmla="*/ 4544 w 320087"/>
                  <a:gd name="connsiteY34" fmla="*/ 223120 h 344277"/>
                  <a:gd name="connsiteX35" fmla="*/ 9849 w 320087"/>
                  <a:gd name="connsiteY35" fmla="*/ 207670 h 344277"/>
                  <a:gd name="connsiteX36" fmla="*/ 22670 w 320087"/>
                  <a:gd name="connsiteY36" fmla="*/ 184191 h 344277"/>
                  <a:gd name="connsiteX37" fmla="*/ 29871 w 320087"/>
                  <a:gd name="connsiteY37" fmla="*/ 174875 h 344277"/>
                  <a:gd name="connsiteX38" fmla="*/ 39053 w 320087"/>
                  <a:gd name="connsiteY38" fmla="*/ 165350 h 344277"/>
                  <a:gd name="connsiteX39" fmla="*/ 56979 w 320087"/>
                  <a:gd name="connsiteY39" fmla="*/ 151987 h 344277"/>
                  <a:gd name="connsiteX40" fmla="*/ 78553 w 320087"/>
                  <a:gd name="connsiteY40" fmla="*/ 142281 h 344277"/>
                  <a:gd name="connsiteX41" fmla="*/ 94717 w 320087"/>
                  <a:gd name="connsiteY41" fmla="*/ 138480 h 344277"/>
                  <a:gd name="connsiteX42" fmla="*/ 103756 w 320087"/>
                  <a:gd name="connsiteY42" fmla="*/ 137404 h 344277"/>
                  <a:gd name="connsiteX43" fmla="*/ 118253 w 320087"/>
                  <a:gd name="connsiteY43" fmla="*/ 137071 h 344277"/>
                  <a:gd name="connsiteX44" fmla="*/ 266033 w 320087"/>
                  <a:gd name="connsiteY44" fmla="*/ 74930 h 344277"/>
                  <a:gd name="connsiteX45" fmla="*/ 266052 w 320087"/>
                  <a:gd name="connsiteY45" fmla="*/ 74940 h 344277"/>
                  <a:gd name="connsiteX46" fmla="*/ 269376 w 320087"/>
                  <a:gd name="connsiteY46" fmla="*/ 77349 h 344277"/>
                  <a:gd name="connsiteX47" fmla="*/ 269881 w 320087"/>
                  <a:gd name="connsiteY47" fmla="*/ 77702 h 344277"/>
                  <a:gd name="connsiteX48" fmla="*/ 282444 w 320087"/>
                  <a:gd name="connsiteY48" fmla="*/ 84807 h 344277"/>
                  <a:gd name="connsiteX49" fmla="*/ 291227 w 320087"/>
                  <a:gd name="connsiteY49" fmla="*/ 88284 h 344277"/>
                  <a:gd name="connsiteX50" fmla="*/ 307886 w 320087"/>
                  <a:gd name="connsiteY50" fmla="*/ 92265 h 344277"/>
                  <a:gd name="connsiteX51" fmla="*/ 319363 w 320087"/>
                  <a:gd name="connsiteY51" fmla="*/ 93513 h 344277"/>
                  <a:gd name="connsiteX52" fmla="*/ 320087 w 320087"/>
                  <a:gd name="connsiteY52" fmla="*/ 94313 h 344277"/>
                  <a:gd name="connsiteX53" fmla="*/ 320049 w 320087"/>
                  <a:gd name="connsiteY53" fmla="*/ 107687 h 344277"/>
                  <a:gd name="connsiteX54" fmla="*/ 319868 w 320087"/>
                  <a:gd name="connsiteY54" fmla="*/ 107706 h 344277"/>
                  <a:gd name="connsiteX55" fmla="*/ 310077 w 320087"/>
                  <a:gd name="connsiteY55" fmla="*/ 105448 h 344277"/>
                  <a:gd name="connsiteX56" fmla="*/ 293989 w 320087"/>
                  <a:gd name="connsiteY56" fmla="*/ 99114 h 344277"/>
                  <a:gd name="connsiteX57" fmla="*/ 279739 w 320087"/>
                  <a:gd name="connsiteY57" fmla="*/ 89732 h 344277"/>
                  <a:gd name="connsiteX58" fmla="*/ 273053 w 320087"/>
                  <a:gd name="connsiteY58" fmla="*/ 83636 h 344277"/>
                  <a:gd name="connsiteX59" fmla="*/ 272110 w 320087"/>
                  <a:gd name="connsiteY59" fmla="*/ 82617 h 344277"/>
                  <a:gd name="connsiteX60" fmla="*/ 266081 w 320087"/>
                  <a:gd name="connsiteY60" fmla="*/ 75006 h 344277"/>
                  <a:gd name="connsiteX61" fmla="*/ 266061 w 320087"/>
                  <a:gd name="connsiteY61" fmla="*/ 74978 h 344277"/>
                  <a:gd name="connsiteX62" fmla="*/ 266052 w 320087"/>
                  <a:gd name="connsiteY62" fmla="*/ 74959 h 344277"/>
                  <a:gd name="connsiteX63" fmla="*/ 266033 w 320087"/>
                  <a:gd name="connsiteY63" fmla="*/ 74930 h 344277"/>
                  <a:gd name="connsiteX64" fmla="*/ 169231 w 320087"/>
                  <a:gd name="connsiteY64" fmla="*/ 6 h 344277"/>
                  <a:gd name="connsiteX65" fmla="*/ 169983 w 320087"/>
                  <a:gd name="connsiteY65" fmla="*/ 6 h 344277"/>
                  <a:gd name="connsiteX66" fmla="*/ 230248 w 320087"/>
                  <a:gd name="connsiteY66" fmla="*/ 6 h 344277"/>
                  <a:gd name="connsiteX67" fmla="*/ 231877 w 320087"/>
                  <a:gd name="connsiteY67" fmla="*/ 1615 h 344277"/>
                  <a:gd name="connsiteX68" fmla="*/ 233134 w 320087"/>
                  <a:gd name="connsiteY68" fmla="*/ 14598 h 344277"/>
                  <a:gd name="connsiteX69" fmla="*/ 233162 w 320087"/>
                  <a:gd name="connsiteY69" fmla="*/ 15827 h 344277"/>
                  <a:gd name="connsiteX70" fmla="*/ 233162 w 320087"/>
                  <a:gd name="connsiteY70" fmla="*/ 15846 h 344277"/>
                  <a:gd name="connsiteX71" fmla="*/ 200920 w 320087"/>
                  <a:gd name="connsiteY71" fmla="*/ 15827 h 344277"/>
                  <a:gd name="connsiteX72" fmla="*/ 193815 w 320087"/>
                  <a:gd name="connsiteY72" fmla="*/ 15817 h 344277"/>
                  <a:gd name="connsiteX73" fmla="*/ 191043 w 320087"/>
                  <a:gd name="connsiteY73" fmla="*/ 15817 h 344277"/>
                  <a:gd name="connsiteX74" fmla="*/ 184785 w 320087"/>
                  <a:gd name="connsiteY74" fmla="*/ 15798 h 344277"/>
                  <a:gd name="connsiteX75" fmla="*/ 183461 w 320087"/>
                  <a:gd name="connsiteY75" fmla="*/ 17170 h 344277"/>
                  <a:gd name="connsiteX76" fmla="*/ 183480 w 320087"/>
                  <a:gd name="connsiteY76" fmla="*/ 246694 h 344277"/>
                  <a:gd name="connsiteX77" fmla="*/ 183461 w 320087"/>
                  <a:gd name="connsiteY77" fmla="*/ 266820 h 344277"/>
                  <a:gd name="connsiteX78" fmla="*/ 182661 w 320087"/>
                  <a:gd name="connsiteY78" fmla="*/ 278259 h 344277"/>
                  <a:gd name="connsiteX79" fmla="*/ 180061 w 320087"/>
                  <a:gd name="connsiteY79" fmla="*/ 292518 h 344277"/>
                  <a:gd name="connsiteX80" fmla="*/ 177155 w 320087"/>
                  <a:gd name="connsiteY80" fmla="*/ 298424 h 344277"/>
                  <a:gd name="connsiteX81" fmla="*/ 166840 w 320087"/>
                  <a:gd name="connsiteY81" fmla="*/ 311349 h 344277"/>
                  <a:gd name="connsiteX82" fmla="*/ 157048 w 320087"/>
                  <a:gd name="connsiteY82" fmla="*/ 318417 h 344277"/>
                  <a:gd name="connsiteX83" fmla="*/ 141532 w 320087"/>
                  <a:gd name="connsiteY83" fmla="*/ 324037 h 344277"/>
                  <a:gd name="connsiteX84" fmla="*/ 135665 w 320087"/>
                  <a:gd name="connsiteY84" fmla="*/ 324846 h 344277"/>
                  <a:gd name="connsiteX85" fmla="*/ 129807 w 320087"/>
                  <a:gd name="connsiteY85" fmla="*/ 325008 h 344277"/>
                  <a:gd name="connsiteX86" fmla="*/ 110071 w 320087"/>
                  <a:gd name="connsiteY86" fmla="*/ 320960 h 344277"/>
                  <a:gd name="connsiteX87" fmla="*/ 97479 w 320087"/>
                  <a:gd name="connsiteY87" fmla="*/ 313569 h 344277"/>
                  <a:gd name="connsiteX88" fmla="*/ 87287 w 320087"/>
                  <a:gd name="connsiteY88" fmla="*/ 301158 h 344277"/>
                  <a:gd name="connsiteX89" fmla="*/ 89678 w 320087"/>
                  <a:gd name="connsiteY89" fmla="*/ 302424 h 344277"/>
                  <a:gd name="connsiteX90" fmla="*/ 103737 w 320087"/>
                  <a:gd name="connsiteY90" fmla="*/ 307711 h 344277"/>
                  <a:gd name="connsiteX91" fmla="*/ 120244 w 320087"/>
                  <a:gd name="connsiteY91" fmla="*/ 308911 h 344277"/>
                  <a:gd name="connsiteX92" fmla="*/ 140637 w 320087"/>
                  <a:gd name="connsiteY92" fmla="*/ 303186 h 344277"/>
                  <a:gd name="connsiteX93" fmla="*/ 150314 w 320087"/>
                  <a:gd name="connsiteY93" fmla="*/ 296681 h 344277"/>
                  <a:gd name="connsiteX94" fmla="*/ 161506 w 320087"/>
                  <a:gd name="connsiteY94" fmla="*/ 283517 h 344277"/>
                  <a:gd name="connsiteX95" fmla="*/ 166421 w 320087"/>
                  <a:gd name="connsiteY95" fmla="*/ 270420 h 344277"/>
                  <a:gd name="connsiteX96" fmla="*/ 167831 w 320087"/>
                  <a:gd name="connsiteY96" fmla="*/ 260686 h 344277"/>
                  <a:gd name="connsiteX97" fmla="*/ 168269 w 320087"/>
                  <a:gd name="connsiteY97" fmla="*/ 254761 h 344277"/>
                  <a:gd name="connsiteX98" fmla="*/ 168526 w 320087"/>
                  <a:gd name="connsiteY98" fmla="*/ 244627 h 344277"/>
                  <a:gd name="connsiteX99" fmla="*/ 168507 w 320087"/>
                  <a:gd name="connsiteY99" fmla="*/ 1720 h 344277"/>
                  <a:gd name="connsiteX100" fmla="*/ 168507 w 320087"/>
                  <a:gd name="connsiteY100" fmla="*/ 758 h 344277"/>
                  <a:gd name="connsiteX101" fmla="*/ 169231 w 320087"/>
                  <a:gd name="connsiteY101" fmla="*/ 6 h 34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</a:cxnLst>
                <a:rect l="l" t="t" r="r" b="b"/>
                <a:pathLst>
                  <a:path w="320087" h="344277">
                    <a:moveTo>
                      <a:pt x="118253" y="137071"/>
                    </a:moveTo>
                    <a:cubicBezTo>
                      <a:pt x="122063" y="137204"/>
                      <a:pt x="125882" y="137452"/>
                      <a:pt x="129654" y="138071"/>
                    </a:cubicBezTo>
                    <a:cubicBezTo>
                      <a:pt x="130912" y="138280"/>
                      <a:pt x="132179" y="138404"/>
                      <a:pt x="133445" y="138509"/>
                    </a:cubicBezTo>
                    <a:cubicBezTo>
                      <a:pt x="134217" y="138566"/>
                      <a:pt x="134455" y="138909"/>
                      <a:pt x="134455" y="139661"/>
                    </a:cubicBezTo>
                    <a:cubicBezTo>
                      <a:pt x="134446" y="144119"/>
                      <a:pt x="134464" y="148577"/>
                      <a:pt x="134464" y="153044"/>
                    </a:cubicBezTo>
                    <a:cubicBezTo>
                      <a:pt x="134398" y="153063"/>
                      <a:pt x="134331" y="153092"/>
                      <a:pt x="134255" y="153111"/>
                    </a:cubicBezTo>
                    <a:cubicBezTo>
                      <a:pt x="130226" y="153101"/>
                      <a:pt x="126178" y="152920"/>
                      <a:pt x="122168" y="153130"/>
                    </a:cubicBezTo>
                    <a:cubicBezTo>
                      <a:pt x="117481" y="153368"/>
                      <a:pt x="112814" y="153911"/>
                      <a:pt x="108176" y="154720"/>
                    </a:cubicBezTo>
                    <a:cubicBezTo>
                      <a:pt x="102946" y="155635"/>
                      <a:pt x="97812" y="156911"/>
                      <a:pt x="92764" y="158550"/>
                    </a:cubicBezTo>
                    <a:cubicBezTo>
                      <a:pt x="89164" y="159721"/>
                      <a:pt x="85649" y="161131"/>
                      <a:pt x="82191" y="162702"/>
                    </a:cubicBezTo>
                    <a:cubicBezTo>
                      <a:pt x="76857" y="165141"/>
                      <a:pt x="71752" y="167970"/>
                      <a:pt x="66894" y="171256"/>
                    </a:cubicBezTo>
                    <a:cubicBezTo>
                      <a:pt x="63408" y="173618"/>
                      <a:pt x="60093" y="176199"/>
                      <a:pt x="56874" y="178924"/>
                    </a:cubicBezTo>
                    <a:cubicBezTo>
                      <a:pt x="53626" y="181667"/>
                      <a:pt x="50616" y="184648"/>
                      <a:pt x="47730" y="187734"/>
                    </a:cubicBezTo>
                    <a:cubicBezTo>
                      <a:pt x="44063" y="191668"/>
                      <a:pt x="40710" y="195888"/>
                      <a:pt x="37643" y="200317"/>
                    </a:cubicBezTo>
                    <a:cubicBezTo>
                      <a:pt x="33985" y="205603"/>
                      <a:pt x="30747" y="211137"/>
                      <a:pt x="27947" y="216919"/>
                    </a:cubicBezTo>
                    <a:cubicBezTo>
                      <a:pt x="25861" y="221224"/>
                      <a:pt x="24051" y="225644"/>
                      <a:pt x="22441" y="230158"/>
                    </a:cubicBezTo>
                    <a:cubicBezTo>
                      <a:pt x="20184" y="236502"/>
                      <a:pt x="18488" y="242989"/>
                      <a:pt x="17202" y="249580"/>
                    </a:cubicBezTo>
                    <a:cubicBezTo>
                      <a:pt x="16593" y="252695"/>
                      <a:pt x="16212" y="255857"/>
                      <a:pt x="15821" y="259010"/>
                    </a:cubicBezTo>
                    <a:cubicBezTo>
                      <a:pt x="15050" y="265201"/>
                      <a:pt x="14888" y="271402"/>
                      <a:pt x="15012" y="277622"/>
                    </a:cubicBezTo>
                    <a:cubicBezTo>
                      <a:pt x="15088" y="281232"/>
                      <a:pt x="15421" y="284822"/>
                      <a:pt x="15821" y="288413"/>
                    </a:cubicBezTo>
                    <a:cubicBezTo>
                      <a:pt x="16450" y="294109"/>
                      <a:pt x="17497" y="299720"/>
                      <a:pt x="18945" y="305263"/>
                    </a:cubicBezTo>
                    <a:cubicBezTo>
                      <a:pt x="20479" y="311121"/>
                      <a:pt x="22479" y="316826"/>
                      <a:pt x="24898" y="322389"/>
                    </a:cubicBezTo>
                    <a:cubicBezTo>
                      <a:pt x="27604" y="328628"/>
                      <a:pt x="30918" y="334505"/>
                      <a:pt x="34681" y="340153"/>
                    </a:cubicBezTo>
                    <a:cubicBezTo>
                      <a:pt x="35576" y="341496"/>
                      <a:pt x="36529" y="342792"/>
                      <a:pt x="37300" y="344277"/>
                    </a:cubicBezTo>
                    <a:cubicBezTo>
                      <a:pt x="36443" y="343544"/>
                      <a:pt x="35548" y="342858"/>
                      <a:pt x="34747" y="342068"/>
                    </a:cubicBezTo>
                    <a:cubicBezTo>
                      <a:pt x="30604" y="338020"/>
                      <a:pt x="26737" y="333733"/>
                      <a:pt x="23222" y="329114"/>
                    </a:cubicBezTo>
                    <a:cubicBezTo>
                      <a:pt x="19698" y="324475"/>
                      <a:pt x="16574" y="319608"/>
                      <a:pt x="13783" y="314493"/>
                    </a:cubicBezTo>
                    <a:cubicBezTo>
                      <a:pt x="10268" y="308054"/>
                      <a:pt x="7534" y="301301"/>
                      <a:pt x="5325" y="294328"/>
                    </a:cubicBezTo>
                    <a:cubicBezTo>
                      <a:pt x="3677" y="289137"/>
                      <a:pt x="2448" y="283841"/>
                      <a:pt x="1553" y="278479"/>
                    </a:cubicBezTo>
                    <a:cubicBezTo>
                      <a:pt x="1038" y="275383"/>
                      <a:pt x="676" y="272259"/>
                      <a:pt x="371" y="269125"/>
                    </a:cubicBezTo>
                    <a:cubicBezTo>
                      <a:pt x="248" y="267849"/>
                      <a:pt x="505" y="266515"/>
                      <a:pt x="0" y="265268"/>
                    </a:cubicBezTo>
                    <a:lnTo>
                      <a:pt x="0" y="250285"/>
                    </a:lnTo>
                    <a:cubicBezTo>
                      <a:pt x="267" y="250123"/>
                      <a:pt x="210" y="249856"/>
                      <a:pt x="210" y="249618"/>
                    </a:cubicBezTo>
                    <a:cubicBezTo>
                      <a:pt x="219" y="246637"/>
                      <a:pt x="705" y="243703"/>
                      <a:pt x="1038" y="240750"/>
                    </a:cubicBezTo>
                    <a:cubicBezTo>
                      <a:pt x="1705" y="234769"/>
                      <a:pt x="2991" y="228911"/>
                      <a:pt x="4544" y="223120"/>
                    </a:cubicBezTo>
                    <a:cubicBezTo>
                      <a:pt x="5953" y="217852"/>
                      <a:pt x="7744" y="212699"/>
                      <a:pt x="9849" y="207670"/>
                    </a:cubicBezTo>
                    <a:cubicBezTo>
                      <a:pt x="13306" y="199393"/>
                      <a:pt x="17526" y="191544"/>
                      <a:pt x="22670" y="184191"/>
                    </a:cubicBezTo>
                    <a:cubicBezTo>
                      <a:pt x="24918" y="180971"/>
                      <a:pt x="27356" y="177895"/>
                      <a:pt x="29871" y="174875"/>
                    </a:cubicBezTo>
                    <a:cubicBezTo>
                      <a:pt x="32709" y="171475"/>
                      <a:pt x="35833" y="168351"/>
                      <a:pt x="39053" y="165350"/>
                    </a:cubicBezTo>
                    <a:cubicBezTo>
                      <a:pt x="44530" y="160245"/>
                      <a:pt x="50540" y="155825"/>
                      <a:pt x="56979" y="151987"/>
                    </a:cubicBezTo>
                    <a:cubicBezTo>
                      <a:pt x="63799" y="147929"/>
                      <a:pt x="70990" y="144691"/>
                      <a:pt x="78553" y="142281"/>
                    </a:cubicBezTo>
                    <a:cubicBezTo>
                      <a:pt x="83839" y="140595"/>
                      <a:pt x="89211" y="139271"/>
                      <a:pt x="94717" y="138480"/>
                    </a:cubicBezTo>
                    <a:cubicBezTo>
                      <a:pt x="97727" y="138052"/>
                      <a:pt x="100737" y="137699"/>
                      <a:pt x="103756" y="137404"/>
                    </a:cubicBezTo>
                    <a:cubicBezTo>
                      <a:pt x="108585" y="136937"/>
                      <a:pt x="113424" y="136899"/>
                      <a:pt x="118253" y="137071"/>
                    </a:cubicBezTo>
                    <a:close/>
                    <a:moveTo>
                      <a:pt x="266033" y="74930"/>
                    </a:moveTo>
                    <a:cubicBezTo>
                      <a:pt x="266042" y="74930"/>
                      <a:pt x="266042" y="74940"/>
                      <a:pt x="266052" y="74940"/>
                    </a:cubicBezTo>
                    <a:cubicBezTo>
                      <a:pt x="267157" y="75721"/>
                      <a:pt x="268271" y="76559"/>
                      <a:pt x="269376" y="77349"/>
                    </a:cubicBezTo>
                    <a:cubicBezTo>
                      <a:pt x="269548" y="77473"/>
                      <a:pt x="269710" y="77588"/>
                      <a:pt x="269881" y="77702"/>
                    </a:cubicBezTo>
                    <a:cubicBezTo>
                      <a:pt x="273843" y="80464"/>
                      <a:pt x="278044" y="82807"/>
                      <a:pt x="282444" y="84807"/>
                    </a:cubicBezTo>
                    <a:cubicBezTo>
                      <a:pt x="285321" y="86112"/>
                      <a:pt x="288236" y="87313"/>
                      <a:pt x="291227" y="88284"/>
                    </a:cubicBezTo>
                    <a:cubicBezTo>
                      <a:pt x="296665" y="90065"/>
                      <a:pt x="302218" y="91427"/>
                      <a:pt x="307886" y="92265"/>
                    </a:cubicBezTo>
                    <a:cubicBezTo>
                      <a:pt x="311696" y="92837"/>
                      <a:pt x="315515" y="93332"/>
                      <a:pt x="319363" y="93513"/>
                    </a:cubicBezTo>
                    <a:cubicBezTo>
                      <a:pt x="319954" y="93570"/>
                      <a:pt x="320087" y="93790"/>
                      <a:pt x="320087" y="94313"/>
                    </a:cubicBezTo>
                    <a:cubicBezTo>
                      <a:pt x="320068" y="98771"/>
                      <a:pt x="320059" y="103229"/>
                      <a:pt x="320049" y="107687"/>
                    </a:cubicBezTo>
                    <a:cubicBezTo>
                      <a:pt x="319983" y="107687"/>
                      <a:pt x="319925" y="107696"/>
                      <a:pt x="319868" y="107706"/>
                    </a:cubicBezTo>
                    <a:cubicBezTo>
                      <a:pt x="316553" y="107163"/>
                      <a:pt x="313296" y="106382"/>
                      <a:pt x="310077" y="105448"/>
                    </a:cubicBezTo>
                    <a:cubicBezTo>
                      <a:pt x="304523" y="103838"/>
                      <a:pt x="299132" y="101781"/>
                      <a:pt x="293989" y="99114"/>
                    </a:cubicBezTo>
                    <a:cubicBezTo>
                      <a:pt x="288912" y="96485"/>
                      <a:pt x="284149" y="93389"/>
                      <a:pt x="279739" y="89732"/>
                    </a:cubicBezTo>
                    <a:cubicBezTo>
                      <a:pt x="277406" y="87798"/>
                      <a:pt x="275120" y="85836"/>
                      <a:pt x="273053" y="83636"/>
                    </a:cubicBezTo>
                    <a:cubicBezTo>
                      <a:pt x="272738" y="83303"/>
                      <a:pt x="272424" y="82960"/>
                      <a:pt x="272110" y="82617"/>
                    </a:cubicBezTo>
                    <a:cubicBezTo>
                      <a:pt x="269938" y="80245"/>
                      <a:pt x="267852" y="77740"/>
                      <a:pt x="266081" y="75006"/>
                    </a:cubicBezTo>
                    <a:cubicBezTo>
                      <a:pt x="266071" y="74997"/>
                      <a:pt x="266071" y="74987"/>
                      <a:pt x="266061" y="74978"/>
                    </a:cubicBezTo>
                    <a:cubicBezTo>
                      <a:pt x="266061" y="74978"/>
                      <a:pt x="266061" y="74968"/>
                      <a:pt x="266052" y="74959"/>
                    </a:cubicBezTo>
                    <a:cubicBezTo>
                      <a:pt x="266052" y="74949"/>
                      <a:pt x="266042" y="74940"/>
                      <a:pt x="266033" y="74930"/>
                    </a:cubicBezTo>
                    <a:close/>
                    <a:moveTo>
                      <a:pt x="169231" y="6"/>
                    </a:moveTo>
                    <a:cubicBezTo>
                      <a:pt x="169478" y="34"/>
                      <a:pt x="169735" y="6"/>
                      <a:pt x="169983" y="6"/>
                    </a:cubicBezTo>
                    <a:lnTo>
                      <a:pt x="230248" y="6"/>
                    </a:lnTo>
                    <a:cubicBezTo>
                      <a:pt x="231829" y="6"/>
                      <a:pt x="231896" y="44"/>
                      <a:pt x="231877" y="1615"/>
                    </a:cubicBezTo>
                    <a:cubicBezTo>
                      <a:pt x="231839" y="5987"/>
                      <a:pt x="232381" y="10302"/>
                      <a:pt x="233134" y="14598"/>
                    </a:cubicBezTo>
                    <a:cubicBezTo>
                      <a:pt x="233200" y="14979"/>
                      <a:pt x="233153" y="15408"/>
                      <a:pt x="233162" y="15827"/>
                    </a:cubicBezTo>
                    <a:lnTo>
                      <a:pt x="233162" y="15846"/>
                    </a:lnTo>
                    <a:cubicBezTo>
                      <a:pt x="233162" y="15846"/>
                      <a:pt x="216341" y="15846"/>
                      <a:pt x="200920" y="15827"/>
                    </a:cubicBezTo>
                    <a:cubicBezTo>
                      <a:pt x="198492" y="15827"/>
                      <a:pt x="196101" y="15827"/>
                      <a:pt x="193815" y="15817"/>
                    </a:cubicBezTo>
                    <a:cubicBezTo>
                      <a:pt x="192872" y="15817"/>
                      <a:pt x="191948" y="15817"/>
                      <a:pt x="191043" y="15817"/>
                    </a:cubicBezTo>
                    <a:cubicBezTo>
                      <a:pt x="188785" y="15817"/>
                      <a:pt x="186680" y="15808"/>
                      <a:pt x="184785" y="15798"/>
                    </a:cubicBezTo>
                    <a:cubicBezTo>
                      <a:pt x="183661" y="15798"/>
                      <a:pt x="183461" y="16122"/>
                      <a:pt x="183461" y="17170"/>
                    </a:cubicBezTo>
                    <a:cubicBezTo>
                      <a:pt x="183490" y="93674"/>
                      <a:pt x="183480" y="170179"/>
                      <a:pt x="183480" y="246694"/>
                    </a:cubicBezTo>
                    <a:cubicBezTo>
                      <a:pt x="183480" y="253409"/>
                      <a:pt x="183518" y="260114"/>
                      <a:pt x="183461" y="266820"/>
                    </a:cubicBezTo>
                    <a:cubicBezTo>
                      <a:pt x="183423" y="270649"/>
                      <a:pt x="183070" y="274449"/>
                      <a:pt x="182661" y="278259"/>
                    </a:cubicBezTo>
                    <a:cubicBezTo>
                      <a:pt x="182137" y="283079"/>
                      <a:pt x="181346" y="287842"/>
                      <a:pt x="180061" y="292518"/>
                    </a:cubicBezTo>
                    <a:cubicBezTo>
                      <a:pt x="179470" y="294661"/>
                      <a:pt x="178241" y="296519"/>
                      <a:pt x="177155" y="298424"/>
                    </a:cubicBezTo>
                    <a:cubicBezTo>
                      <a:pt x="174403" y="303272"/>
                      <a:pt x="170926" y="307558"/>
                      <a:pt x="166840" y="311349"/>
                    </a:cubicBezTo>
                    <a:cubicBezTo>
                      <a:pt x="163868" y="314112"/>
                      <a:pt x="160610" y="316474"/>
                      <a:pt x="157048" y="318417"/>
                    </a:cubicBezTo>
                    <a:cubicBezTo>
                      <a:pt x="152162" y="321084"/>
                      <a:pt x="147009" y="323017"/>
                      <a:pt x="141532" y="324037"/>
                    </a:cubicBezTo>
                    <a:cubicBezTo>
                      <a:pt x="139589" y="324399"/>
                      <a:pt x="137636" y="324646"/>
                      <a:pt x="135665" y="324846"/>
                    </a:cubicBezTo>
                    <a:cubicBezTo>
                      <a:pt x="133702" y="325046"/>
                      <a:pt x="131750" y="325037"/>
                      <a:pt x="129807" y="325008"/>
                    </a:cubicBezTo>
                    <a:cubicBezTo>
                      <a:pt x="122977" y="324922"/>
                      <a:pt x="116405" y="323503"/>
                      <a:pt x="110071" y="320960"/>
                    </a:cubicBezTo>
                    <a:cubicBezTo>
                      <a:pt x="105499" y="319131"/>
                      <a:pt x="101279" y="316674"/>
                      <a:pt x="97479" y="313569"/>
                    </a:cubicBezTo>
                    <a:cubicBezTo>
                      <a:pt x="93355" y="310197"/>
                      <a:pt x="89897" y="306225"/>
                      <a:pt x="87287" y="301158"/>
                    </a:cubicBezTo>
                    <a:cubicBezTo>
                      <a:pt x="88249" y="301662"/>
                      <a:pt x="88973" y="302024"/>
                      <a:pt x="89678" y="302424"/>
                    </a:cubicBezTo>
                    <a:cubicBezTo>
                      <a:pt x="94088" y="304910"/>
                      <a:pt x="98822" y="306539"/>
                      <a:pt x="103737" y="307711"/>
                    </a:cubicBezTo>
                    <a:cubicBezTo>
                      <a:pt x="109185" y="309016"/>
                      <a:pt x="114719" y="309263"/>
                      <a:pt x="120244" y="308911"/>
                    </a:cubicBezTo>
                    <a:cubicBezTo>
                      <a:pt x="127406" y="308454"/>
                      <a:pt x="134236" y="306492"/>
                      <a:pt x="140637" y="303186"/>
                    </a:cubicBezTo>
                    <a:cubicBezTo>
                      <a:pt x="144113" y="301396"/>
                      <a:pt x="147323" y="299214"/>
                      <a:pt x="150314" y="296681"/>
                    </a:cubicBezTo>
                    <a:cubicBezTo>
                      <a:pt x="154762" y="292890"/>
                      <a:pt x="158410" y="288442"/>
                      <a:pt x="161506" y="283517"/>
                    </a:cubicBezTo>
                    <a:cubicBezTo>
                      <a:pt x="164040" y="279488"/>
                      <a:pt x="165716" y="275173"/>
                      <a:pt x="166421" y="270420"/>
                    </a:cubicBezTo>
                    <a:cubicBezTo>
                      <a:pt x="166907" y="267182"/>
                      <a:pt x="167392" y="263934"/>
                      <a:pt x="167831" y="260686"/>
                    </a:cubicBezTo>
                    <a:cubicBezTo>
                      <a:pt x="168088" y="258724"/>
                      <a:pt x="168269" y="256733"/>
                      <a:pt x="168269" y="254761"/>
                    </a:cubicBezTo>
                    <a:cubicBezTo>
                      <a:pt x="168269" y="251380"/>
                      <a:pt x="168535" y="248008"/>
                      <a:pt x="168526" y="244627"/>
                    </a:cubicBezTo>
                    <a:cubicBezTo>
                      <a:pt x="168497" y="163655"/>
                      <a:pt x="168507" y="82692"/>
                      <a:pt x="168507" y="1720"/>
                    </a:cubicBezTo>
                    <a:cubicBezTo>
                      <a:pt x="168507" y="1396"/>
                      <a:pt x="168526" y="1072"/>
                      <a:pt x="168507" y="758"/>
                    </a:cubicBezTo>
                    <a:cubicBezTo>
                      <a:pt x="168459" y="215"/>
                      <a:pt x="168669" y="-42"/>
                      <a:pt x="169231" y="6"/>
                    </a:cubicBezTo>
                    <a:close/>
                  </a:path>
                </a:pathLst>
              </a:custGeom>
              <a:solidFill>
                <a:srgbClr val="FFC72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EAEBD32-62E4-D242-221C-E05D7B12D0B6}"/>
              </a:ext>
            </a:extLst>
          </p:cNvPr>
          <p:cNvGrpSpPr/>
          <p:nvPr/>
        </p:nvGrpSpPr>
        <p:grpSpPr>
          <a:xfrm>
            <a:off x="3575481" y="1240906"/>
            <a:ext cx="518599" cy="473109"/>
            <a:chOff x="3575481" y="1240906"/>
            <a:chExt cx="518599" cy="473109"/>
          </a:xfrm>
        </p:grpSpPr>
        <p:grpSp>
          <p:nvGrpSpPr>
            <p:cNvPr id="3724" name="Graphic 6">
              <a:extLst>
                <a:ext uri="{FF2B5EF4-FFF2-40B4-BE49-F238E27FC236}">
                  <a16:creationId xmlns:a16="http://schemas.microsoft.com/office/drawing/2014/main" id="{8B2694FF-BED8-8A08-09CF-49758BF6BA8C}"/>
                </a:ext>
              </a:extLst>
            </p:cNvPr>
            <p:cNvGrpSpPr/>
            <p:nvPr/>
          </p:nvGrpSpPr>
          <p:grpSpPr>
            <a:xfrm>
              <a:off x="3575481" y="1240906"/>
              <a:ext cx="518599" cy="473109"/>
              <a:chOff x="7670641" y="4903274"/>
              <a:chExt cx="471454" cy="430099"/>
            </a:xfrm>
            <a:solidFill>
              <a:srgbClr val="455A64"/>
            </a:solidFill>
          </p:grpSpPr>
          <p:sp>
            <p:nvSpPr>
              <p:cNvPr id="3725" name="Freeform: Shape 3724">
                <a:extLst>
                  <a:ext uri="{FF2B5EF4-FFF2-40B4-BE49-F238E27FC236}">
                    <a16:creationId xmlns:a16="http://schemas.microsoft.com/office/drawing/2014/main" id="{C02B6FC3-09A7-7149-588A-30B0F7A56DF9}"/>
                  </a:ext>
                </a:extLst>
              </p:cNvPr>
              <p:cNvSpPr/>
              <p:nvPr/>
            </p:nvSpPr>
            <p:spPr>
              <a:xfrm>
                <a:off x="7677833" y="4905136"/>
                <a:ext cx="464249" cy="426669"/>
              </a:xfrm>
              <a:custGeom>
                <a:avLst/>
                <a:gdLst>
                  <a:gd name="connsiteX0" fmla="*/ 463077 w 464249"/>
                  <a:gd name="connsiteY0" fmla="*/ 235528 h 426669"/>
                  <a:gd name="connsiteX1" fmla="*/ 228724 w 464249"/>
                  <a:gd name="connsiteY1" fmla="*/ 425494 h 426669"/>
                  <a:gd name="connsiteX2" fmla="*/ 106709 w 464249"/>
                  <a:gd name="connsiteY2" fmla="*/ 370430 h 426669"/>
                  <a:gd name="connsiteX3" fmla="*/ 0 w 464249"/>
                  <a:gd name="connsiteY3" fmla="*/ 386099 h 426669"/>
                  <a:gd name="connsiteX4" fmla="*/ 53388 w 464249"/>
                  <a:gd name="connsiteY4" fmla="*/ 293849 h 426669"/>
                  <a:gd name="connsiteX5" fmla="*/ 38757 w 464249"/>
                  <a:gd name="connsiteY5" fmla="*/ 191141 h 426669"/>
                  <a:gd name="connsiteX6" fmla="*/ 273110 w 464249"/>
                  <a:gd name="connsiteY6" fmla="*/ 1175 h 426669"/>
                  <a:gd name="connsiteX7" fmla="*/ 463077 w 464249"/>
                  <a:gd name="connsiteY7" fmla="*/ 235528 h 42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4249" h="426669">
                    <a:moveTo>
                      <a:pt x="463077" y="235528"/>
                    </a:moveTo>
                    <a:cubicBezTo>
                      <a:pt x="450828" y="352676"/>
                      <a:pt x="345872" y="437753"/>
                      <a:pt x="228724" y="425494"/>
                    </a:cubicBezTo>
                    <a:cubicBezTo>
                      <a:pt x="181375" y="420542"/>
                      <a:pt x="139294" y="400444"/>
                      <a:pt x="106709" y="370430"/>
                    </a:cubicBezTo>
                    <a:lnTo>
                      <a:pt x="0" y="386099"/>
                    </a:lnTo>
                    <a:lnTo>
                      <a:pt x="53388" y="293849"/>
                    </a:lnTo>
                    <a:cubicBezTo>
                      <a:pt x="40434" y="262331"/>
                      <a:pt x="34976" y="227260"/>
                      <a:pt x="38757" y="191141"/>
                    </a:cubicBezTo>
                    <a:cubicBezTo>
                      <a:pt x="51006" y="73993"/>
                      <a:pt x="155962" y="-11084"/>
                      <a:pt x="273110" y="1175"/>
                    </a:cubicBezTo>
                    <a:cubicBezTo>
                      <a:pt x="390249" y="13433"/>
                      <a:pt x="475326" y="118380"/>
                      <a:pt x="463077" y="235528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3726" name="Freeform: Shape 3725">
                <a:extLst>
                  <a:ext uri="{FF2B5EF4-FFF2-40B4-BE49-F238E27FC236}">
                    <a16:creationId xmlns:a16="http://schemas.microsoft.com/office/drawing/2014/main" id="{37C86EB2-99B0-D454-D4DD-0B8D33404D36}"/>
                  </a:ext>
                </a:extLst>
              </p:cNvPr>
              <p:cNvSpPr/>
              <p:nvPr/>
            </p:nvSpPr>
            <p:spPr>
              <a:xfrm>
                <a:off x="7670641" y="4903274"/>
                <a:ext cx="471454" cy="430099"/>
              </a:xfrm>
              <a:custGeom>
                <a:avLst/>
                <a:gdLst>
                  <a:gd name="connsiteX0" fmla="*/ 470268 w 471454"/>
                  <a:gd name="connsiteY0" fmla="*/ 237390 h 430099"/>
                  <a:gd name="connsiteX1" fmla="*/ 427215 w 471454"/>
                  <a:gd name="connsiteY1" fmla="*/ 345518 h 430099"/>
                  <a:gd name="connsiteX2" fmla="*/ 407879 w 471454"/>
                  <a:gd name="connsiteY2" fmla="*/ 367778 h 430099"/>
                  <a:gd name="connsiteX3" fmla="*/ 385372 w 471454"/>
                  <a:gd name="connsiteY3" fmla="*/ 386838 h 430099"/>
                  <a:gd name="connsiteX4" fmla="*/ 333918 w 471454"/>
                  <a:gd name="connsiteY4" fmla="*/ 415479 h 430099"/>
                  <a:gd name="connsiteX5" fmla="*/ 276492 w 471454"/>
                  <a:gd name="connsiteY5" fmla="*/ 429176 h 430099"/>
                  <a:gd name="connsiteX6" fmla="*/ 246859 w 471454"/>
                  <a:gd name="connsiteY6" fmla="*/ 429738 h 430099"/>
                  <a:gd name="connsiteX7" fmla="*/ 217341 w 471454"/>
                  <a:gd name="connsiteY7" fmla="*/ 426671 h 430099"/>
                  <a:gd name="connsiteX8" fmla="*/ 111814 w 471454"/>
                  <a:gd name="connsiteY8" fmla="*/ 374569 h 430099"/>
                  <a:gd name="connsiteX9" fmla="*/ 114338 w 471454"/>
                  <a:gd name="connsiteY9" fmla="*/ 375350 h 430099"/>
                  <a:gd name="connsiteX10" fmla="*/ 7734 w 471454"/>
                  <a:gd name="connsiteY10" fmla="*/ 391714 h 430099"/>
                  <a:gd name="connsiteX11" fmla="*/ 0 w 471454"/>
                  <a:gd name="connsiteY11" fmla="*/ 392905 h 430099"/>
                  <a:gd name="connsiteX12" fmla="*/ 3915 w 471454"/>
                  <a:gd name="connsiteY12" fmla="*/ 386085 h 430099"/>
                  <a:gd name="connsiteX13" fmla="*/ 56988 w 471454"/>
                  <a:gd name="connsiteY13" fmla="*/ 293654 h 430099"/>
                  <a:gd name="connsiteX14" fmla="*/ 56740 w 471454"/>
                  <a:gd name="connsiteY14" fmla="*/ 297303 h 430099"/>
                  <a:gd name="connsiteX15" fmla="*/ 69875 w 471454"/>
                  <a:gd name="connsiteY15" fmla="*/ 107193 h 430099"/>
                  <a:gd name="connsiteX16" fmla="*/ 136674 w 471454"/>
                  <a:gd name="connsiteY16" fmla="*/ 36060 h 430099"/>
                  <a:gd name="connsiteX17" fmla="*/ 227705 w 471454"/>
                  <a:gd name="connsiteY17" fmla="*/ 1904 h 430099"/>
                  <a:gd name="connsiteX18" fmla="*/ 324155 w 471454"/>
                  <a:gd name="connsiteY18" fmla="*/ 10819 h 430099"/>
                  <a:gd name="connsiteX19" fmla="*/ 406413 w 471454"/>
                  <a:gd name="connsiteY19" fmla="*/ 61254 h 430099"/>
                  <a:gd name="connsiteX20" fmla="*/ 470268 w 471454"/>
                  <a:gd name="connsiteY20" fmla="*/ 237390 h 430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71454" h="430099">
                    <a:moveTo>
                      <a:pt x="470268" y="237390"/>
                    </a:moveTo>
                    <a:cubicBezTo>
                      <a:pt x="465811" y="276338"/>
                      <a:pt x="451571" y="314495"/>
                      <a:pt x="427215" y="345518"/>
                    </a:cubicBezTo>
                    <a:cubicBezTo>
                      <a:pt x="421624" y="353643"/>
                      <a:pt x="414414" y="360425"/>
                      <a:pt x="407879" y="367778"/>
                    </a:cubicBezTo>
                    <a:cubicBezTo>
                      <a:pt x="400469" y="374236"/>
                      <a:pt x="393554" y="381313"/>
                      <a:pt x="385372" y="386838"/>
                    </a:cubicBezTo>
                    <a:cubicBezTo>
                      <a:pt x="369770" y="398858"/>
                      <a:pt x="352244" y="408278"/>
                      <a:pt x="333918" y="415479"/>
                    </a:cubicBezTo>
                    <a:cubicBezTo>
                      <a:pt x="315687" y="423156"/>
                      <a:pt x="296066" y="426823"/>
                      <a:pt x="276492" y="429176"/>
                    </a:cubicBezTo>
                    <a:cubicBezTo>
                      <a:pt x="266624" y="429710"/>
                      <a:pt x="256747" y="430605"/>
                      <a:pt x="246859" y="429738"/>
                    </a:cubicBezTo>
                    <a:cubicBezTo>
                      <a:pt x="236954" y="429510"/>
                      <a:pt x="227095" y="428452"/>
                      <a:pt x="217341" y="426671"/>
                    </a:cubicBezTo>
                    <a:cubicBezTo>
                      <a:pt x="178308" y="419604"/>
                      <a:pt x="141341" y="401335"/>
                      <a:pt x="111814" y="374569"/>
                    </a:cubicBezTo>
                    <a:lnTo>
                      <a:pt x="114338" y="375350"/>
                    </a:lnTo>
                    <a:lnTo>
                      <a:pt x="7734" y="391714"/>
                    </a:lnTo>
                    <a:lnTo>
                      <a:pt x="0" y="392905"/>
                    </a:lnTo>
                    <a:lnTo>
                      <a:pt x="3915" y="386085"/>
                    </a:lnTo>
                    <a:lnTo>
                      <a:pt x="56988" y="293654"/>
                    </a:lnTo>
                    <a:lnTo>
                      <a:pt x="56740" y="297303"/>
                    </a:lnTo>
                    <a:cubicBezTo>
                      <a:pt x="30880" y="236419"/>
                      <a:pt x="36709" y="163924"/>
                      <a:pt x="69875" y="107193"/>
                    </a:cubicBezTo>
                    <a:cubicBezTo>
                      <a:pt x="86411" y="78790"/>
                      <a:pt x="109461" y="54310"/>
                      <a:pt x="136674" y="36060"/>
                    </a:cubicBezTo>
                    <a:cubicBezTo>
                      <a:pt x="163868" y="17753"/>
                      <a:pt x="195415" y="6276"/>
                      <a:pt x="227705" y="1904"/>
                    </a:cubicBezTo>
                    <a:cubicBezTo>
                      <a:pt x="260023" y="-2383"/>
                      <a:pt x="293294" y="561"/>
                      <a:pt x="324155" y="10819"/>
                    </a:cubicBezTo>
                    <a:cubicBezTo>
                      <a:pt x="354987" y="21201"/>
                      <a:pt x="383248" y="38661"/>
                      <a:pt x="406413" y="61254"/>
                    </a:cubicBezTo>
                    <a:cubicBezTo>
                      <a:pt x="453523" y="106012"/>
                      <a:pt x="477193" y="173173"/>
                      <a:pt x="470268" y="23739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</p:grpSp>
        <p:grpSp>
          <p:nvGrpSpPr>
            <p:cNvPr id="3727" name="Graphic 6">
              <a:extLst>
                <a:ext uri="{FF2B5EF4-FFF2-40B4-BE49-F238E27FC236}">
                  <a16:creationId xmlns:a16="http://schemas.microsoft.com/office/drawing/2014/main" id="{57D872C6-16F6-733E-78F1-339CF06288E7}"/>
                </a:ext>
              </a:extLst>
            </p:cNvPr>
            <p:cNvGrpSpPr/>
            <p:nvPr/>
          </p:nvGrpSpPr>
          <p:grpSpPr>
            <a:xfrm>
              <a:off x="3729846" y="1456364"/>
              <a:ext cx="260354" cy="56788"/>
              <a:chOff x="7810973" y="5099145"/>
              <a:chExt cx="236686" cy="51625"/>
            </a:xfrm>
            <a:solidFill>
              <a:srgbClr val="FFFFFF"/>
            </a:solidFill>
          </p:grpSpPr>
          <p:sp>
            <p:nvSpPr>
              <p:cNvPr id="3730" name="Freeform: Shape 3729">
                <a:extLst>
                  <a:ext uri="{FF2B5EF4-FFF2-40B4-BE49-F238E27FC236}">
                    <a16:creationId xmlns:a16="http://schemas.microsoft.com/office/drawing/2014/main" id="{1C7863AA-0D26-6622-31B1-554EB0C8E08E}"/>
                  </a:ext>
                </a:extLst>
              </p:cNvPr>
              <p:cNvSpPr/>
              <p:nvPr/>
            </p:nvSpPr>
            <p:spPr>
              <a:xfrm>
                <a:off x="7996034" y="5099145"/>
                <a:ext cx="51625" cy="51625"/>
              </a:xfrm>
              <a:custGeom>
                <a:avLst/>
                <a:gdLst>
                  <a:gd name="connsiteX0" fmla="*/ 51626 w 51625"/>
                  <a:gd name="connsiteY0" fmla="*/ 25813 h 51625"/>
                  <a:gd name="connsiteX1" fmla="*/ 25813 w 51625"/>
                  <a:gd name="connsiteY1" fmla="*/ 51625 h 51625"/>
                  <a:gd name="connsiteX2" fmla="*/ 0 w 51625"/>
                  <a:gd name="connsiteY2" fmla="*/ 25813 h 51625"/>
                  <a:gd name="connsiteX3" fmla="*/ 25813 w 51625"/>
                  <a:gd name="connsiteY3" fmla="*/ 0 h 51625"/>
                  <a:gd name="connsiteX4" fmla="*/ 51626 w 51625"/>
                  <a:gd name="connsiteY4" fmla="*/ 25813 h 51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25" h="51625">
                    <a:moveTo>
                      <a:pt x="51626" y="25813"/>
                    </a:moveTo>
                    <a:cubicBezTo>
                      <a:pt x="51626" y="40072"/>
                      <a:pt x="40062" y="51625"/>
                      <a:pt x="25813" y="51625"/>
                    </a:cubicBezTo>
                    <a:cubicBezTo>
                      <a:pt x="11554" y="51625"/>
                      <a:pt x="0" y="40072"/>
                      <a:pt x="0" y="25813"/>
                    </a:cubicBezTo>
                    <a:cubicBezTo>
                      <a:pt x="0" y="11554"/>
                      <a:pt x="11554" y="0"/>
                      <a:pt x="25813" y="0"/>
                    </a:cubicBezTo>
                    <a:cubicBezTo>
                      <a:pt x="40072" y="-10"/>
                      <a:pt x="51626" y="11554"/>
                      <a:pt x="51626" y="258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3731" name="Freeform: Shape 3730">
                <a:extLst>
                  <a:ext uri="{FF2B5EF4-FFF2-40B4-BE49-F238E27FC236}">
                    <a16:creationId xmlns:a16="http://schemas.microsoft.com/office/drawing/2014/main" id="{F927474A-0626-6979-F8E5-EBD76568CC54}"/>
                  </a:ext>
                </a:extLst>
              </p:cNvPr>
              <p:cNvSpPr/>
              <p:nvPr/>
            </p:nvSpPr>
            <p:spPr>
              <a:xfrm>
                <a:off x="7903509" y="5099145"/>
                <a:ext cx="51625" cy="51625"/>
              </a:xfrm>
              <a:custGeom>
                <a:avLst/>
                <a:gdLst>
                  <a:gd name="connsiteX0" fmla="*/ 51626 w 51625"/>
                  <a:gd name="connsiteY0" fmla="*/ 25813 h 51625"/>
                  <a:gd name="connsiteX1" fmla="*/ 25813 w 51625"/>
                  <a:gd name="connsiteY1" fmla="*/ 51625 h 51625"/>
                  <a:gd name="connsiteX2" fmla="*/ 0 w 51625"/>
                  <a:gd name="connsiteY2" fmla="*/ 25813 h 51625"/>
                  <a:gd name="connsiteX3" fmla="*/ 25813 w 51625"/>
                  <a:gd name="connsiteY3" fmla="*/ 0 h 51625"/>
                  <a:gd name="connsiteX4" fmla="*/ 51626 w 51625"/>
                  <a:gd name="connsiteY4" fmla="*/ 25813 h 51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25" h="51625">
                    <a:moveTo>
                      <a:pt x="51626" y="25813"/>
                    </a:moveTo>
                    <a:cubicBezTo>
                      <a:pt x="51626" y="40072"/>
                      <a:pt x="40072" y="51625"/>
                      <a:pt x="25813" y="51625"/>
                    </a:cubicBezTo>
                    <a:cubicBezTo>
                      <a:pt x="11554" y="51625"/>
                      <a:pt x="0" y="40072"/>
                      <a:pt x="0" y="25813"/>
                    </a:cubicBezTo>
                    <a:cubicBezTo>
                      <a:pt x="0" y="11554"/>
                      <a:pt x="11563" y="0"/>
                      <a:pt x="25813" y="0"/>
                    </a:cubicBezTo>
                    <a:cubicBezTo>
                      <a:pt x="40062" y="-10"/>
                      <a:pt x="51626" y="11554"/>
                      <a:pt x="51626" y="258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3732" name="Freeform: Shape 3731">
                <a:extLst>
                  <a:ext uri="{FF2B5EF4-FFF2-40B4-BE49-F238E27FC236}">
                    <a16:creationId xmlns:a16="http://schemas.microsoft.com/office/drawing/2014/main" id="{B1186A5C-9F7B-D1DD-7FD6-CE50073FB946}"/>
                  </a:ext>
                </a:extLst>
              </p:cNvPr>
              <p:cNvSpPr/>
              <p:nvPr/>
            </p:nvSpPr>
            <p:spPr>
              <a:xfrm>
                <a:off x="7810973" y="5099145"/>
                <a:ext cx="51625" cy="51625"/>
              </a:xfrm>
              <a:custGeom>
                <a:avLst/>
                <a:gdLst>
                  <a:gd name="connsiteX0" fmla="*/ 51626 w 51625"/>
                  <a:gd name="connsiteY0" fmla="*/ 25813 h 51625"/>
                  <a:gd name="connsiteX1" fmla="*/ 25813 w 51625"/>
                  <a:gd name="connsiteY1" fmla="*/ 51625 h 51625"/>
                  <a:gd name="connsiteX2" fmla="*/ 0 w 51625"/>
                  <a:gd name="connsiteY2" fmla="*/ 25813 h 51625"/>
                  <a:gd name="connsiteX3" fmla="*/ 25813 w 51625"/>
                  <a:gd name="connsiteY3" fmla="*/ 0 h 51625"/>
                  <a:gd name="connsiteX4" fmla="*/ 51626 w 51625"/>
                  <a:gd name="connsiteY4" fmla="*/ 25813 h 51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25" h="51625">
                    <a:moveTo>
                      <a:pt x="51626" y="25813"/>
                    </a:moveTo>
                    <a:cubicBezTo>
                      <a:pt x="51626" y="40072"/>
                      <a:pt x="40062" y="51625"/>
                      <a:pt x="25813" y="51625"/>
                    </a:cubicBezTo>
                    <a:cubicBezTo>
                      <a:pt x="11554" y="51625"/>
                      <a:pt x="0" y="40072"/>
                      <a:pt x="0" y="25813"/>
                    </a:cubicBezTo>
                    <a:cubicBezTo>
                      <a:pt x="0" y="11554"/>
                      <a:pt x="11554" y="0"/>
                      <a:pt x="25813" y="0"/>
                    </a:cubicBezTo>
                    <a:cubicBezTo>
                      <a:pt x="40062" y="-10"/>
                      <a:pt x="51626" y="11554"/>
                      <a:pt x="51626" y="258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841D6C4-A152-4563-70C1-97245CCE3F9A}"/>
              </a:ext>
            </a:extLst>
          </p:cNvPr>
          <p:cNvGrpSpPr/>
          <p:nvPr/>
        </p:nvGrpSpPr>
        <p:grpSpPr>
          <a:xfrm>
            <a:off x="1085429" y="1160192"/>
            <a:ext cx="806840" cy="736084"/>
            <a:chOff x="1085429" y="1160192"/>
            <a:chExt cx="806840" cy="736084"/>
          </a:xfrm>
        </p:grpSpPr>
        <p:sp>
          <p:nvSpPr>
            <p:cNvPr id="3715" name="Freeform: Shape 3714">
              <a:extLst>
                <a:ext uri="{FF2B5EF4-FFF2-40B4-BE49-F238E27FC236}">
                  <a16:creationId xmlns:a16="http://schemas.microsoft.com/office/drawing/2014/main" id="{CF1483BF-5005-6E4A-5EE5-3B77BCEB1C99}"/>
                </a:ext>
              </a:extLst>
            </p:cNvPr>
            <p:cNvSpPr/>
            <p:nvPr/>
          </p:nvSpPr>
          <p:spPr>
            <a:xfrm>
              <a:off x="1085451" y="1163412"/>
              <a:ext cx="794517" cy="730193"/>
            </a:xfrm>
            <a:custGeom>
              <a:avLst/>
              <a:gdLst>
                <a:gd name="connsiteX0" fmla="*/ 1827 w 722288"/>
                <a:gd name="connsiteY0" fmla="*/ 366435 h 663812"/>
                <a:gd name="connsiteX1" fmla="*/ 366434 w 722288"/>
                <a:gd name="connsiteY1" fmla="*/ 661986 h 663812"/>
                <a:gd name="connsiteX2" fmla="*/ 556268 w 722288"/>
                <a:gd name="connsiteY2" fmla="*/ 576327 h 663812"/>
                <a:gd name="connsiteX3" fmla="*/ 722288 w 722288"/>
                <a:gd name="connsiteY3" fmla="*/ 600692 h 663812"/>
                <a:gd name="connsiteX4" fmla="*/ 639221 w 722288"/>
                <a:gd name="connsiteY4" fmla="*/ 457170 h 663812"/>
                <a:gd name="connsiteX5" fmla="*/ 661986 w 722288"/>
                <a:gd name="connsiteY5" fmla="*/ 297378 h 663812"/>
                <a:gd name="connsiteX6" fmla="*/ 297378 w 722288"/>
                <a:gd name="connsiteY6" fmla="*/ 1827 h 663812"/>
                <a:gd name="connsiteX7" fmla="*/ 1827 w 722288"/>
                <a:gd name="connsiteY7" fmla="*/ 366435 h 66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2288" h="663812">
                  <a:moveTo>
                    <a:pt x="1827" y="366435"/>
                  </a:moveTo>
                  <a:cubicBezTo>
                    <a:pt x="20887" y="548686"/>
                    <a:pt x="184174" y="681055"/>
                    <a:pt x="366434" y="661986"/>
                  </a:cubicBezTo>
                  <a:cubicBezTo>
                    <a:pt x="440091" y="654280"/>
                    <a:pt x="505566" y="623019"/>
                    <a:pt x="556268" y="576327"/>
                  </a:cubicBezTo>
                  <a:lnTo>
                    <a:pt x="722288" y="600692"/>
                  </a:lnTo>
                  <a:lnTo>
                    <a:pt x="639221" y="457170"/>
                  </a:lnTo>
                  <a:cubicBezTo>
                    <a:pt x="659376" y="408135"/>
                    <a:pt x="667872" y="353566"/>
                    <a:pt x="661986" y="297378"/>
                  </a:cubicBezTo>
                  <a:cubicBezTo>
                    <a:pt x="642926" y="115127"/>
                    <a:pt x="479630" y="-17242"/>
                    <a:pt x="297378" y="1827"/>
                  </a:cubicBezTo>
                  <a:cubicBezTo>
                    <a:pt x="115127" y="20887"/>
                    <a:pt x="-17242" y="184174"/>
                    <a:pt x="1827" y="366435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87F0067-4925-B2B1-0E89-C64539328303}"/>
                </a:ext>
              </a:extLst>
            </p:cNvPr>
            <p:cNvGrpSpPr/>
            <p:nvPr/>
          </p:nvGrpSpPr>
          <p:grpSpPr>
            <a:xfrm>
              <a:off x="1085429" y="1160192"/>
              <a:ext cx="806840" cy="736084"/>
              <a:chOff x="1031766" y="1063267"/>
              <a:chExt cx="806840" cy="736084"/>
            </a:xfrm>
          </p:grpSpPr>
          <p:sp>
            <p:nvSpPr>
              <p:cNvPr id="3717" name="Freeform: Shape 3716">
                <a:extLst>
                  <a:ext uri="{FF2B5EF4-FFF2-40B4-BE49-F238E27FC236}">
                    <a16:creationId xmlns:a16="http://schemas.microsoft.com/office/drawing/2014/main" id="{28621C32-AE2F-24CF-F876-72BAC19486F4}"/>
                  </a:ext>
                </a:extLst>
              </p:cNvPr>
              <p:cNvSpPr/>
              <p:nvPr/>
            </p:nvSpPr>
            <p:spPr>
              <a:xfrm>
                <a:off x="1031766" y="1063267"/>
                <a:ext cx="806840" cy="736084"/>
              </a:xfrm>
              <a:custGeom>
                <a:avLst/>
                <a:gdLst>
                  <a:gd name="connsiteX0" fmla="*/ 101165 w 733491"/>
                  <a:gd name="connsiteY0" fmla="*/ 95307 h 669167"/>
                  <a:gd name="connsiteX1" fmla="*/ 229143 w 733491"/>
                  <a:gd name="connsiteY1" fmla="*/ 16831 h 669167"/>
                  <a:gd name="connsiteX2" fmla="*/ 379200 w 733491"/>
                  <a:gd name="connsiteY2" fmla="*/ 2962 h 669167"/>
                  <a:gd name="connsiteX3" fmla="*/ 520827 w 733491"/>
                  <a:gd name="connsiteY3" fmla="*/ 56102 h 669167"/>
                  <a:gd name="connsiteX4" fmla="*/ 624764 w 733491"/>
                  <a:gd name="connsiteY4" fmla="*/ 166773 h 669167"/>
                  <a:gd name="connsiteX5" fmla="*/ 645204 w 733491"/>
                  <a:gd name="connsiteY5" fmla="*/ 462544 h 669167"/>
                  <a:gd name="connsiteX6" fmla="*/ 644823 w 733491"/>
                  <a:gd name="connsiteY6" fmla="*/ 456867 h 669167"/>
                  <a:gd name="connsiteX7" fmla="*/ 727396 w 733491"/>
                  <a:gd name="connsiteY7" fmla="*/ 600675 h 669167"/>
                  <a:gd name="connsiteX8" fmla="*/ 733492 w 733491"/>
                  <a:gd name="connsiteY8" fmla="*/ 611286 h 669167"/>
                  <a:gd name="connsiteX9" fmla="*/ 721462 w 733491"/>
                  <a:gd name="connsiteY9" fmla="*/ 609438 h 669167"/>
                  <a:gd name="connsiteX10" fmla="*/ 555603 w 733491"/>
                  <a:gd name="connsiteY10" fmla="*/ 583978 h 669167"/>
                  <a:gd name="connsiteX11" fmla="*/ 559527 w 733491"/>
                  <a:gd name="connsiteY11" fmla="*/ 582768 h 669167"/>
                  <a:gd name="connsiteX12" fmla="*/ 395354 w 733491"/>
                  <a:gd name="connsiteY12" fmla="*/ 663826 h 669167"/>
                  <a:gd name="connsiteX13" fmla="*/ 349425 w 733491"/>
                  <a:gd name="connsiteY13" fmla="*/ 668608 h 669167"/>
                  <a:gd name="connsiteX14" fmla="*/ 303324 w 733491"/>
                  <a:gd name="connsiteY14" fmla="*/ 667731 h 669167"/>
                  <a:gd name="connsiteX15" fmla="*/ 213979 w 733491"/>
                  <a:gd name="connsiteY15" fmla="*/ 646424 h 669167"/>
                  <a:gd name="connsiteX16" fmla="*/ 133931 w 733491"/>
                  <a:gd name="connsiteY16" fmla="*/ 601856 h 669167"/>
                  <a:gd name="connsiteX17" fmla="*/ 98908 w 733491"/>
                  <a:gd name="connsiteY17" fmla="*/ 572205 h 669167"/>
                  <a:gd name="connsiteX18" fmla="*/ 68828 w 733491"/>
                  <a:gd name="connsiteY18" fmla="*/ 537582 h 669167"/>
                  <a:gd name="connsiteX19" fmla="*/ 1848 w 733491"/>
                  <a:gd name="connsiteY19" fmla="*/ 369361 h 669167"/>
                  <a:gd name="connsiteX20" fmla="*/ 101165 w 733491"/>
                  <a:gd name="connsiteY20" fmla="*/ 95307 h 669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33491" h="669167">
                    <a:moveTo>
                      <a:pt x="101165" y="95307"/>
                    </a:moveTo>
                    <a:cubicBezTo>
                      <a:pt x="137208" y="60141"/>
                      <a:pt x="181175" y="32985"/>
                      <a:pt x="229143" y="16831"/>
                    </a:cubicBezTo>
                    <a:cubicBezTo>
                      <a:pt x="277168" y="867"/>
                      <a:pt x="328917" y="-3705"/>
                      <a:pt x="379200" y="2962"/>
                    </a:cubicBezTo>
                    <a:cubicBezTo>
                      <a:pt x="429444" y="9763"/>
                      <a:pt x="478507" y="27623"/>
                      <a:pt x="520827" y="56102"/>
                    </a:cubicBezTo>
                    <a:cubicBezTo>
                      <a:pt x="563166" y="84497"/>
                      <a:pt x="599037" y="122577"/>
                      <a:pt x="624764" y="166773"/>
                    </a:cubicBezTo>
                    <a:cubicBezTo>
                      <a:pt x="676361" y="255032"/>
                      <a:pt x="685428" y="367827"/>
                      <a:pt x="645204" y="462544"/>
                    </a:cubicBezTo>
                    <a:lnTo>
                      <a:pt x="644823" y="456867"/>
                    </a:lnTo>
                    <a:lnTo>
                      <a:pt x="727396" y="600675"/>
                    </a:lnTo>
                    <a:lnTo>
                      <a:pt x="733492" y="611286"/>
                    </a:lnTo>
                    <a:lnTo>
                      <a:pt x="721462" y="609438"/>
                    </a:lnTo>
                    <a:lnTo>
                      <a:pt x="555603" y="583978"/>
                    </a:lnTo>
                    <a:lnTo>
                      <a:pt x="559527" y="582768"/>
                    </a:lnTo>
                    <a:cubicBezTo>
                      <a:pt x="513588" y="624412"/>
                      <a:pt x="456076" y="652834"/>
                      <a:pt x="395354" y="663826"/>
                    </a:cubicBezTo>
                    <a:cubicBezTo>
                      <a:pt x="380181" y="666607"/>
                      <a:pt x="364836" y="668255"/>
                      <a:pt x="349425" y="668608"/>
                    </a:cubicBezTo>
                    <a:cubicBezTo>
                      <a:pt x="334042" y="669951"/>
                      <a:pt x="318668" y="668560"/>
                      <a:pt x="303324" y="667731"/>
                    </a:cubicBezTo>
                    <a:cubicBezTo>
                      <a:pt x="272882" y="664064"/>
                      <a:pt x="242354" y="658368"/>
                      <a:pt x="213979" y="646424"/>
                    </a:cubicBezTo>
                    <a:cubicBezTo>
                      <a:pt x="185471" y="635204"/>
                      <a:pt x="158201" y="620554"/>
                      <a:pt x="133931" y="601856"/>
                    </a:cubicBezTo>
                    <a:cubicBezTo>
                      <a:pt x="121196" y="593265"/>
                      <a:pt x="110442" y="582254"/>
                      <a:pt x="98908" y="572205"/>
                    </a:cubicBezTo>
                    <a:cubicBezTo>
                      <a:pt x="88744" y="560775"/>
                      <a:pt x="77533" y="550221"/>
                      <a:pt x="68828" y="537582"/>
                    </a:cubicBezTo>
                    <a:cubicBezTo>
                      <a:pt x="30937" y="489328"/>
                      <a:pt x="8782" y="429949"/>
                      <a:pt x="1848" y="369361"/>
                    </a:cubicBezTo>
                    <a:cubicBezTo>
                      <a:pt x="-8935" y="269434"/>
                      <a:pt x="27899" y="164954"/>
                      <a:pt x="101165" y="9530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930D81E-E894-F2AA-F09A-32778A38021D}"/>
                  </a:ext>
                </a:extLst>
              </p:cNvPr>
              <p:cNvGrpSpPr/>
              <p:nvPr/>
            </p:nvGrpSpPr>
            <p:grpSpPr>
              <a:xfrm>
                <a:off x="1161970" y="1189456"/>
                <a:ext cx="470738" cy="470092"/>
                <a:chOff x="7399312" y="5177534"/>
                <a:chExt cx="470738" cy="470092"/>
              </a:xfrm>
            </p:grpSpPr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82FB9F0C-BB23-AAE8-8C32-73A8FEFFEF34}"/>
                    </a:ext>
                  </a:extLst>
                </p:cNvPr>
                <p:cNvSpPr/>
                <p:nvPr/>
              </p:nvSpPr>
              <p:spPr>
                <a:xfrm rot="443401">
                  <a:off x="7417613" y="5195189"/>
                  <a:ext cx="452437" cy="452437"/>
                </a:xfrm>
                <a:custGeom>
                  <a:avLst/>
                  <a:gdLst>
                    <a:gd name="connsiteX0" fmla="*/ 452437 w 452437"/>
                    <a:gd name="connsiteY0" fmla="*/ 226219 h 452437"/>
                    <a:gd name="connsiteX1" fmla="*/ 226219 w 452437"/>
                    <a:gd name="connsiteY1" fmla="*/ 452437 h 452437"/>
                    <a:gd name="connsiteX2" fmla="*/ 0 w 452437"/>
                    <a:gd name="connsiteY2" fmla="*/ 226219 h 452437"/>
                    <a:gd name="connsiteX3" fmla="*/ 226219 w 452437"/>
                    <a:gd name="connsiteY3" fmla="*/ 0 h 452437"/>
                    <a:gd name="connsiteX4" fmla="*/ 452437 w 452437"/>
                    <a:gd name="connsiteY4" fmla="*/ 226219 h 4524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2437" h="452437">
                      <a:moveTo>
                        <a:pt x="452437" y="226219"/>
                      </a:moveTo>
                      <a:cubicBezTo>
                        <a:pt x="452437" y="351156"/>
                        <a:pt x="351156" y="452437"/>
                        <a:pt x="226219" y="452437"/>
                      </a:cubicBezTo>
                      <a:cubicBezTo>
                        <a:pt x="101282" y="452437"/>
                        <a:pt x="0" y="351156"/>
                        <a:pt x="0" y="226219"/>
                      </a:cubicBezTo>
                      <a:cubicBezTo>
                        <a:pt x="0" y="101282"/>
                        <a:pt x="101282" y="0"/>
                        <a:pt x="226219" y="0"/>
                      </a:cubicBezTo>
                      <a:cubicBezTo>
                        <a:pt x="351156" y="0"/>
                        <a:pt x="452437" y="101282"/>
                        <a:pt x="452437" y="22621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3B160F"/>
                    </a:gs>
                    <a:gs pos="50000">
                      <a:srgbClr val="4E1203"/>
                    </a:gs>
                    <a:gs pos="100000">
                      <a:srgbClr val="4E1203"/>
                    </a:gs>
                  </a:gsLst>
                  <a:lin ang="19253862" scaled="1"/>
                </a:gra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9B3EADA-F972-84F6-9128-4DC9D05FE6B2}"/>
                    </a:ext>
                  </a:extLst>
                </p:cNvPr>
                <p:cNvSpPr/>
                <p:nvPr/>
              </p:nvSpPr>
              <p:spPr>
                <a:xfrm rot="19325402">
                  <a:off x="7399312" y="5177534"/>
                  <a:ext cx="452437" cy="452437"/>
                </a:xfrm>
                <a:custGeom>
                  <a:avLst/>
                  <a:gdLst>
                    <a:gd name="connsiteX0" fmla="*/ 452438 w 452437"/>
                    <a:gd name="connsiteY0" fmla="*/ 226219 h 452437"/>
                    <a:gd name="connsiteX1" fmla="*/ 226219 w 452437"/>
                    <a:gd name="connsiteY1" fmla="*/ 452437 h 452437"/>
                    <a:gd name="connsiteX2" fmla="*/ 0 w 452437"/>
                    <a:gd name="connsiteY2" fmla="*/ 226219 h 452437"/>
                    <a:gd name="connsiteX3" fmla="*/ 226219 w 452437"/>
                    <a:gd name="connsiteY3" fmla="*/ 0 h 452437"/>
                    <a:gd name="connsiteX4" fmla="*/ 452438 w 452437"/>
                    <a:gd name="connsiteY4" fmla="*/ 226219 h 4524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2437" h="452437">
                      <a:moveTo>
                        <a:pt x="452438" y="226219"/>
                      </a:moveTo>
                      <a:cubicBezTo>
                        <a:pt x="452438" y="351156"/>
                        <a:pt x="351156" y="452437"/>
                        <a:pt x="226219" y="452437"/>
                      </a:cubicBezTo>
                      <a:cubicBezTo>
                        <a:pt x="101282" y="452437"/>
                        <a:pt x="0" y="351156"/>
                        <a:pt x="0" y="226219"/>
                      </a:cubicBezTo>
                      <a:cubicBezTo>
                        <a:pt x="0" y="101282"/>
                        <a:pt x="101282" y="0"/>
                        <a:pt x="226219" y="0"/>
                      </a:cubicBezTo>
                      <a:cubicBezTo>
                        <a:pt x="351156" y="0"/>
                        <a:pt x="452438" y="101282"/>
                        <a:pt x="452438" y="22621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E1203"/>
                    </a:gs>
                    <a:gs pos="50000">
                      <a:srgbClr val="88100E"/>
                    </a:gs>
                    <a:gs pos="100000">
                      <a:srgbClr val="C20F19"/>
                    </a:gs>
                  </a:gsLst>
                  <a:lin ang="20677083" scaled="1"/>
                </a:gra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26843CF2-E818-BF2E-F3E8-BE3DD2E8FDE1}"/>
                    </a:ext>
                  </a:extLst>
                </p:cNvPr>
                <p:cNvSpPr/>
                <p:nvPr/>
              </p:nvSpPr>
              <p:spPr>
                <a:xfrm rot="19163401">
                  <a:off x="7419097" y="5197371"/>
                  <a:ext cx="412813" cy="412813"/>
                </a:xfrm>
                <a:custGeom>
                  <a:avLst/>
                  <a:gdLst>
                    <a:gd name="connsiteX0" fmla="*/ 412814 w 412813"/>
                    <a:gd name="connsiteY0" fmla="*/ 206407 h 412813"/>
                    <a:gd name="connsiteX1" fmla="*/ 206407 w 412813"/>
                    <a:gd name="connsiteY1" fmla="*/ 412814 h 412813"/>
                    <a:gd name="connsiteX2" fmla="*/ 0 w 412813"/>
                    <a:gd name="connsiteY2" fmla="*/ 206407 h 412813"/>
                    <a:gd name="connsiteX3" fmla="*/ 206407 w 412813"/>
                    <a:gd name="connsiteY3" fmla="*/ 0 h 412813"/>
                    <a:gd name="connsiteX4" fmla="*/ 412814 w 412813"/>
                    <a:gd name="connsiteY4" fmla="*/ 206407 h 4128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2813" h="412813">
                      <a:moveTo>
                        <a:pt x="412814" y="206407"/>
                      </a:moveTo>
                      <a:cubicBezTo>
                        <a:pt x="412814" y="320402"/>
                        <a:pt x="320402" y="412814"/>
                        <a:pt x="206407" y="412814"/>
                      </a:cubicBezTo>
                      <a:cubicBezTo>
                        <a:pt x="92412" y="412814"/>
                        <a:pt x="0" y="320402"/>
                        <a:pt x="0" y="206407"/>
                      </a:cubicBezTo>
                      <a:cubicBezTo>
                        <a:pt x="0" y="92411"/>
                        <a:pt x="92412" y="0"/>
                        <a:pt x="206407" y="0"/>
                      </a:cubicBezTo>
                      <a:cubicBezTo>
                        <a:pt x="320402" y="0"/>
                        <a:pt x="412814" y="92412"/>
                        <a:pt x="412814" y="206407"/>
                      </a:cubicBezTo>
                      <a:close/>
                    </a:path>
                  </a:pathLst>
                </a:custGeom>
                <a:noFill/>
                <a:ln w="3048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D23AF6FC-33AF-19D7-0C80-294DCC82BD7C}"/>
                    </a:ext>
                  </a:extLst>
                </p:cNvPr>
                <p:cNvSpPr/>
                <p:nvPr/>
              </p:nvSpPr>
              <p:spPr>
                <a:xfrm rot="1800000">
                  <a:off x="7530103" y="5278848"/>
                  <a:ext cx="176667" cy="226656"/>
                </a:xfrm>
                <a:custGeom>
                  <a:avLst/>
                  <a:gdLst>
                    <a:gd name="connsiteX0" fmla="*/ 81382 w 176667"/>
                    <a:gd name="connsiteY0" fmla="*/ 169891 h 226656"/>
                    <a:gd name="connsiteX1" fmla="*/ 83382 w 176667"/>
                    <a:gd name="connsiteY1" fmla="*/ 162747 h 226656"/>
                    <a:gd name="connsiteX2" fmla="*/ 77286 w 176667"/>
                    <a:gd name="connsiteY2" fmla="*/ 153603 h 226656"/>
                    <a:gd name="connsiteX3" fmla="*/ 70523 w 176667"/>
                    <a:gd name="connsiteY3" fmla="*/ 150079 h 226656"/>
                    <a:gd name="connsiteX4" fmla="*/ 45282 w 176667"/>
                    <a:gd name="connsiteY4" fmla="*/ 139030 h 226656"/>
                    <a:gd name="connsiteX5" fmla="*/ 42234 w 176667"/>
                    <a:gd name="connsiteY5" fmla="*/ 47780 h 226656"/>
                    <a:gd name="connsiteX6" fmla="*/ 117196 w 176667"/>
                    <a:gd name="connsiteY6" fmla="*/ 41113 h 226656"/>
                    <a:gd name="connsiteX7" fmla="*/ 141104 w 176667"/>
                    <a:gd name="connsiteY7" fmla="*/ 119885 h 226656"/>
                    <a:gd name="connsiteX8" fmla="*/ 108052 w 176667"/>
                    <a:gd name="connsiteY8" fmla="*/ 118170 h 226656"/>
                    <a:gd name="connsiteX9" fmla="*/ 81001 w 176667"/>
                    <a:gd name="connsiteY9" fmla="*/ 77689 h 226656"/>
                    <a:gd name="connsiteX10" fmla="*/ 54140 w 176667"/>
                    <a:gd name="connsiteY10" fmla="*/ 77498 h 226656"/>
                    <a:gd name="connsiteX11" fmla="*/ 62332 w 176667"/>
                    <a:gd name="connsiteY11" fmla="*/ 119599 h 226656"/>
                    <a:gd name="connsiteX12" fmla="*/ 80715 w 176667"/>
                    <a:gd name="connsiteY12" fmla="*/ 130648 h 226656"/>
                    <a:gd name="connsiteX13" fmla="*/ 122816 w 176667"/>
                    <a:gd name="connsiteY13" fmla="*/ 192084 h 226656"/>
                    <a:gd name="connsiteX14" fmla="*/ 159963 w 176667"/>
                    <a:gd name="connsiteY14" fmla="*/ 226374 h 226656"/>
                    <a:gd name="connsiteX15" fmla="*/ 162630 w 176667"/>
                    <a:gd name="connsiteY15" fmla="*/ 224564 h 226656"/>
                    <a:gd name="connsiteX16" fmla="*/ 146533 w 176667"/>
                    <a:gd name="connsiteY16" fmla="*/ 177511 h 226656"/>
                    <a:gd name="connsiteX17" fmla="*/ 125768 w 176667"/>
                    <a:gd name="connsiteY17" fmla="*/ 145983 h 226656"/>
                    <a:gd name="connsiteX18" fmla="*/ 159868 w 176667"/>
                    <a:gd name="connsiteY18" fmla="*/ 133124 h 226656"/>
                    <a:gd name="connsiteX19" fmla="*/ 140723 w 176667"/>
                    <a:gd name="connsiteY19" fmla="*/ 18729 h 226656"/>
                    <a:gd name="connsiteX20" fmla="*/ 27756 w 176667"/>
                    <a:gd name="connsiteY20" fmla="*/ 29778 h 226656"/>
                    <a:gd name="connsiteX21" fmla="*/ 25280 w 176667"/>
                    <a:gd name="connsiteY21" fmla="*/ 155984 h 226656"/>
                    <a:gd name="connsiteX22" fmla="*/ 81191 w 176667"/>
                    <a:gd name="connsiteY22" fmla="*/ 169986 h 226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76667" h="226656">
                      <a:moveTo>
                        <a:pt x="81382" y="169891"/>
                      </a:moveTo>
                      <a:cubicBezTo>
                        <a:pt x="84335" y="168462"/>
                        <a:pt x="85287" y="165700"/>
                        <a:pt x="83382" y="162747"/>
                      </a:cubicBezTo>
                      <a:cubicBezTo>
                        <a:pt x="82049" y="160747"/>
                        <a:pt x="78715" y="155699"/>
                        <a:pt x="77286" y="153603"/>
                      </a:cubicBezTo>
                      <a:cubicBezTo>
                        <a:pt x="75381" y="150650"/>
                        <a:pt x="74333" y="150174"/>
                        <a:pt x="70523" y="150079"/>
                      </a:cubicBezTo>
                      <a:cubicBezTo>
                        <a:pt x="62237" y="149793"/>
                        <a:pt x="53855" y="146840"/>
                        <a:pt x="45282" y="139030"/>
                      </a:cubicBezTo>
                      <a:cubicBezTo>
                        <a:pt x="20422" y="116456"/>
                        <a:pt x="15088" y="77594"/>
                        <a:pt x="42234" y="47780"/>
                      </a:cubicBezTo>
                      <a:cubicBezTo>
                        <a:pt x="66237" y="21396"/>
                        <a:pt x="95574" y="21491"/>
                        <a:pt x="117196" y="41113"/>
                      </a:cubicBezTo>
                      <a:cubicBezTo>
                        <a:pt x="145580" y="66926"/>
                        <a:pt x="158058" y="101216"/>
                        <a:pt x="141104" y="119885"/>
                      </a:cubicBezTo>
                      <a:cubicBezTo>
                        <a:pt x="131769" y="130172"/>
                        <a:pt x="116243" y="130172"/>
                        <a:pt x="108052" y="118170"/>
                      </a:cubicBezTo>
                      <a:cubicBezTo>
                        <a:pt x="98241" y="103883"/>
                        <a:pt x="90050" y="85880"/>
                        <a:pt x="81001" y="77689"/>
                      </a:cubicBezTo>
                      <a:cubicBezTo>
                        <a:pt x="72905" y="70355"/>
                        <a:pt x="62332" y="68545"/>
                        <a:pt x="54140" y="77498"/>
                      </a:cubicBezTo>
                      <a:cubicBezTo>
                        <a:pt x="44615" y="87976"/>
                        <a:pt x="47759" y="106359"/>
                        <a:pt x="62332" y="119599"/>
                      </a:cubicBezTo>
                      <a:cubicBezTo>
                        <a:pt x="71571" y="128076"/>
                        <a:pt x="80715" y="130648"/>
                        <a:pt x="80715" y="130648"/>
                      </a:cubicBezTo>
                      <a:cubicBezTo>
                        <a:pt x="80715" y="130648"/>
                        <a:pt x="116529" y="182940"/>
                        <a:pt x="122816" y="192084"/>
                      </a:cubicBezTo>
                      <a:cubicBezTo>
                        <a:pt x="135293" y="210277"/>
                        <a:pt x="157677" y="224850"/>
                        <a:pt x="159963" y="226374"/>
                      </a:cubicBezTo>
                      <a:cubicBezTo>
                        <a:pt x="161297" y="227231"/>
                        <a:pt x="162916" y="225993"/>
                        <a:pt x="162630" y="224564"/>
                      </a:cubicBezTo>
                      <a:cubicBezTo>
                        <a:pt x="162249" y="222469"/>
                        <a:pt x="158153" y="195799"/>
                        <a:pt x="146533" y="177511"/>
                      </a:cubicBezTo>
                      <a:cubicBezTo>
                        <a:pt x="143294" y="172367"/>
                        <a:pt x="125768" y="145983"/>
                        <a:pt x="125768" y="145983"/>
                      </a:cubicBezTo>
                      <a:cubicBezTo>
                        <a:pt x="135389" y="148460"/>
                        <a:pt x="150248" y="143697"/>
                        <a:pt x="159868" y="133124"/>
                      </a:cubicBezTo>
                      <a:cubicBezTo>
                        <a:pt x="188633" y="101501"/>
                        <a:pt x="179299" y="53781"/>
                        <a:pt x="140723" y="18729"/>
                      </a:cubicBezTo>
                      <a:cubicBezTo>
                        <a:pt x="111576" y="-7846"/>
                        <a:pt x="61856" y="-7846"/>
                        <a:pt x="27756" y="29778"/>
                      </a:cubicBezTo>
                      <a:cubicBezTo>
                        <a:pt x="-14725" y="76546"/>
                        <a:pt x="-2629" y="130553"/>
                        <a:pt x="25280" y="155984"/>
                      </a:cubicBezTo>
                      <a:cubicBezTo>
                        <a:pt x="42234" y="171415"/>
                        <a:pt x="63094" y="178654"/>
                        <a:pt x="81191" y="1699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</p:grp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550924-38D8-AAEE-5EF4-0B0014D8D4D7}"/>
              </a:ext>
            </a:extLst>
          </p:cNvPr>
          <p:cNvGrpSpPr/>
          <p:nvPr/>
        </p:nvGrpSpPr>
        <p:grpSpPr>
          <a:xfrm>
            <a:off x="989025" y="1988953"/>
            <a:ext cx="995374" cy="995373"/>
            <a:chOff x="935362" y="1892028"/>
            <a:chExt cx="995374" cy="995373"/>
          </a:xfrm>
        </p:grpSpPr>
        <p:sp>
          <p:nvSpPr>
            <p:cNvPr id="3662" name="Freeform: Shape 3661">
              <a:extLst>
                <a:ext uri="{FF2B5EF4-FFF2-40B4-BE49-F238E27FC236}">
                  <a16:creationId xmlns:a16="http://schemas.microsoft.com/office/drawing/2014/main" id="{5AEED155-AA56-96E5-6A38-269D2201872E}"/>
                </a:ext>
              </a:extLst>
            </p:cNvPr>
            <p:cNvSpPr/>
            <p:nvPr/>
          </p:nvSpPr>
          <p:spPr>
            <a:xfrm rot="18900000">
              <a:off x="935362" y="1892028"/>
              <a:ext cx="995374" cy="995373"/>
            </a:xfrm>
            <a:custGeom>
              <a:avLst/>
              <a:gdLst>
                <a:gd name="connsiteX0" fmla="*/ 904885 w 904885"/>
                <a:gd name="connsiteY0" fmla="*/ 452443 h 904885"/>
                <a:gd name="connsiteX1" fmla="*/ 452443 w 904885"/>
                <a:gd name="connsiteY1" fmla="*/ 904885 h 904885"/>
                <a:gd name="connsiteX2" fmla="*/ 0 w 904885"/>
                <a:gd name="connsiteY2" fmla="*/ 452443 h 904885"/>
                <a:gd name="connsiteX3" fmla="*/ 452443 w 904885"/>
                <a:gd name="connsiteY3" fmla="*/ 0 h 904885"/>
                <a:gd name="connsiteX4" fmla="*/ 904885 w 904885"/>
                <a:gd name="connsiteY4" fmla="*/ 452443 h 904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885" h="904885">
                  <a:moveTo>
                    <a:pt x="904885" y="452443"/>
                  </a:moveTo>
                  <a:cubicBezTo>
                    <a:pt x="904885" y="702320"/>
                    <a:pt x="702320" y="904885"/>
                    <a:pt x="452443" y="904885"/>
                  </a:cubicBezTo>
                  <a:cubicBezTo>
                    <a:pt x="202565" y="904885"/>
                    <a:pt x="0" y="702320"/>
                    <a:pt x="0" y="452443"/>
                  </a:cubicBezTo>
                  <a:cubicBezTo>
                    <a:pt x="0" y="202565"/>
                    <a:pt x="202565" y="0"/>
                    <a:pt x="452443" y="0"/>
                  </a:cubicBezTo>
                  <a:cubicBezTo>
                    <a:pt x="702320" y="0"/>
                    <a:pt x="904885" y="202565"/>
                    <a:pt x="904885" y="45244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77" name="Graphic 3567">
              <a:extLst>
                <a:ext uri="{FF2B5EF4-FFF2-40B4-BE49-F238E27FC236}">
                  <a16:creationId xmlns:a16="http://schemas.microsoft.com/office/drawing/2014/main" id="{D1B35C47-397C-8026-F3FC-3750D800AF78}"/>
                </a:ext>
              </a:extLst>
            </p:cNvPr>
            <p:cNvGrpSpPr/>
            <p:nvPr/>
          </p:nvGrpSpPr>
          <p:grpSpPr>
            <a:xfrm>
              <a:off x="1081358" y="2038023"/>
              <a:ext cx="703382" cy="703382"/>
              <a:chOff x="6168189" y="4596522"/>
              <a:chExt cx="703382" cy="703382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E01C5C1-FFBF-3F19-C1C3-6DB5F9BAB3ED}"/>
                  </a:ext>
                </a:extLst>
              </p:cNvPr>
              <p:cNvSpPr/>
              <p:nvPr/>
            </p:nvSpPr>
            <p:spPr>
              <a:xfrm>
                <a:off x="6244349" y="4628527"/>
                <a:ext cx="581466" cy="581466"/>
              </a:xfrm>
              <a:custGeom>
                <a:avLst/>
                <a:gdLst>
                  <a:gd name="connsiteX0" fmla="*/ 565291 w 581466"/>
                  <a:gd name="connsiteY0" fmla="*/ 195340 h 581466"/>
                  <a:gd name="connsiteX1" fmla="*/ 195340 w 581466"/>
                  <a:gd name="connsiteY1" fmla="*/ 16175 h 581466"/>
                  <a:gd name="connsiteX2" fmla="*/ 16175 w 581466"/>
                  <a:gd name="connsiteY2" fmla="*/ 386126 h 581466"/>
                  <a:gd name="connsiteX3" fmla="*/ 386126 w 581466"/>
                  <a:gd name="connsiteY3" fmla="*/ 565291 h 581466"/>
                  <a:gd name="connsiteX4" fmla="*/ 565291 w 581466"/>
                  <a:gd name="connsiteY4" fmla="*/ 195340 h 58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466" h="581466">
                    <a:moveTo>
                      <a:pt x="565291" y="195340"/>
                    </a:moveTo>
                    <a:cubicBezTo>
                      <a:pt x="512618" y="43702"/>
                      <a:pt x="346978" y="-36498"/>
                      <a:pt x="195340" y="16175"/>
                    </a:cubicBezTo>
                    <a:cubicBezTo>
                      <a:pt x="43702" y="68848"/>
                      <a:pt x="-36498" y="234488"/>
                      <a:pt x="16175" y="386126"/>
                    </a:cubicBezTo>
                    <a:cubicBezTo>
                      <a:pt x="68848" y="537764"/>
                      <a:pt x="234488" y="617965"/>
                      <a:pt x="386126" y="565291"/>
                    </a:cubicBezTo>
                    <a:cubicBezTo>
                      <a:pt x="537764" y="512618"/>
                      <a:pt x="617965" y="346978"/>
                      <a:pt x="565291" y="19534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A497B"/>
                  </a:gs>
                  <a:gs pos="27500">
                    <a:srgbClr val="3B6395"/>
                  </a:gs>
                  <a:gs pos="55000">
                    <a:srgbClr val="4D7EB0"/>
                  </a:gs>
                  <a:gs pos="100000">
                    <a:srgbClr val="2A497B"/>
                  </a:gs>
                </a:gsLst>
                <a:lin ang="2921112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8487A04-8A94-D668-2CCF-99D12E9FFB7D}"/>
                  </a:ext>
                </a:extLst>
              </p:cNvPr>
              <p:cNvSpPr/>
              <p:nvPr/>
            </p:nvSpPr>
            <p:spPr>
              <a:xfrm rot="-4571400">
                <a:off x="6229178" y="4657511"/>
                <a:ext cx="581406" cy="581406"/>
              </a:xfrm>
              <a:custGeom>
                <a:avLst/>
                <a:gdLst>
                  <a:gd name="connsiteX0" fmla="*/ 581406 w 581406"/>
                  <a:gd name="connsiteY0" fmla="*/ 290703 h 581406"/>
                  <a:gd name="connsiteX1" fmla="*/ 290703 w 581406"/>
                  <a:gd name="connsiteY1" fmla="*/ 581406 h 581406"/>
                  <a:gd name="connsiteX2" fmla="*/ 0 w 581406"/>
                  <a:gd name="connsiteY2" fmla="*/ 290703 h 581406"/>
                  <a:gd name="connsiteX3" fmla="*/ 290703 w 581406"/>
                  <a:gd name="connsiteY3" fmla="*/ 0 h 581406"/>
                  <a:gd name="connsiteX4" fmla="*/ 581406 w 581406"/>
                  <a:gd name="connsiteY4" fmla="*/ 290703 h 581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406" h="581406">
                    <a:moveTo>
                      <a:pt x="581406" y="290703"/>
                    </a:moveTo>
                    <a:cubicBezTo>
                      <a:pt x="581406" y="451254"/>
                      <a:pt x="451254" y="581406"/>
                      <a:pt x="290703" y="581406"/>
                    </a:cubicBezTo>
                    <a:cubicBezTo>
                      <a:pt x="130152" y="581406"/>
                      <a:pt x="0" y="451254"/>
                      <a:pt x="0" y="290703"/>
                    </a:cubicBezTo>
                    <a:cubicBezTo>
                      <a:pt x="0" y="130152"/>
                      <a:pt x="130152" y="0"/>
                      <a:pt x="290703" y="0"/>
                    </a:cubicBezTo>
                    <a:cubicBezTo>
                      <a:pt x="451254" y="0"/>
                      <a:pt x="581406" y="130152"/>
                      <a:pt x="581406" y="2907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7AC0EF"/>
                  </a:gs>
                  <a:gs pos="50000">
                    <a:srgbClr val="5F9CD2"/>
                  </a:gs>
                  <a:gs pos="100000">
                    <a:srgbClr val="4479B5"/>
                  </a:gs>
                </a:gsLst>
                <a:lin ang="7153908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5BA63B88-7E7B-0B9D-ACA0-96BD8B40E9BA}"/>
                  </a:ext>
                </a:extLst>
              </p:cNvPr>
              <p:cNvSpPr/>
              <p:nvPr/>
            </p:nvSpPr>
            <p:spPr>
              <a:xfrm rot="-425399">
                <a:off x="6254712" y="4683065"/>
                <a:ext cx="530351" cy="530351"/>
              </a:xfrm>
              <a:custGeom>
                <a:avLst/>
                <a:gdLst>
                  <a:gd name="connsiteX0" fmla="*/ 530352 w 530351"/>
                  <a:gd name="connsiteY0" fmla="*/ 265176 h 530351"/>
                  <a:gd name="connsiteX1" fmla="*/ 265176 w 530351"/>
                  <a:gd name="connsiteY1" fmla="*/ 530352 h 530351"/>
                  <a:gd name="connsiteX2" fmla="*/ 0 w 530351"/>
                  <a:gd name="connsiteY2" fmla="*/ 265176 h 530351"/>
                  <a:gd name="connsiteX3" fmla="*/ 265176 w 530351"/>
                  <a:gd name="connsiteY3" fmla="*/ 0 h 530351"/>
                  <a:gd name="connsiteX4" fmla="*/ 530352 w 530351"/>
                  <a:gd name="connsiteY4" fmla="*/ 265176 h 53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351" h="530351">
                    <a:moveTo>
                      <a:pt x="530352" y="265176"/>
                    </a:moveTo>
                    <a:cubicBezTo>
                      <a:pt x="530352" y="411628"/>
                      <a:pt x="411628" y="530352"/>
                      <a:pt x="265176" y="530352"/>
                    </a:cubicBezTo>
                    <a:cubicBezTo>
                      <a:pt x="118723" y="530352"/>
                      <a:pt x="0" y="411628"/>
                      <a:pt x="0" y="265176"/>
                    </a:cubicBezTo>
                    <a:cubicBezTo>
                      <a:pt x="0" y="118723"/>
                      <a:pt x="118723" y="0"/>
                      <a:pt x="265176" y="0"/>
                    </a:cubicBezTo>
                    <a:cubicBezTo>
                      <a:pt x="411628" y="0"/>
                      <a:pt x="530352" y="118723"/>
                      <a:pt x="530352" y="265176"/>
                    </a:cubicBezTo>
                    <a:close/>
                  </a:path>
                </a:pathLst>
              </a:custGeom>
              <a:noFill/>
              <a:ln w="390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4D079967-2999-360F-F395-022FC62EAA27}"/>
                  </a:ext>
                </a:extLst>
              </p:cNvPr>
              <p:cNvSpPr/>
              <p:nvPr/>
            </p:nvSpPr>
            <p:spPr>
              <a:xfrm>
                <a:off x="6372487" y="4803198"/>
                <a:ext cx="271132" cy="296351"/>
              </a:xfrm>
              <a:custGeom>
                <a:avLst/>
                <a:gdLst>
                  <a:gd name="connsiteX0" fmla="*/ 44819 w 271132"/>
                  <a:gd name="connsiteY0" fmla="*/ 290703 h 296351"/>
                  <a:gd name="connsiteX1" fmla="*/ 142736 w 271132"/>
                  <a:gd name="connsiteY1" fmla="*/ 287750 h 296351"/>
                  <a:gd name="connsiteX2" fmla="*/ 251892 w 271132"/>
                  <a:gd name="connsiteY2" fmla="*/ 60198 h 296351"/>
                  <a:gd name="connsiteX3" fmla="*/ 271133 w 271132"/>
                  <a:gd name="connsiteY3" fmla="*/ 20479 h 296351"/>
                  <a:gd name="connsiteX4" fmla="*/ 240653 w 271132"/>
                  <a:gd name="connsiteY4" fmla="*/ 40577 h 296351"/>
                  <a:gd name="connsiteX5" fmla="*/ 255797 w 271132"/>
                  <a:gd name="connsiteY5" fmla="*/ 0 h 296351"/>
                  <a:gd name="connsiteX6" fmla="*/ 223412 w 271132"/>
                  <a:gd name="connsiteY6" fmla="*/ 26194 h 296351"/>
                  <a:gd name="connsiteX7" fmla="*/ 174835 w 271132"/>
                  <a:gd name="connsiteY7" fmla="*/ 21717 h 296351"/>
                  <a:gd name="connsiteX8" fmla="*/ 141402 w 271132"/>
                  <a:gd name="connsiteY8" fmla="*/ 111823 h 296351"/>
                  <a:gd name="connsiteX9" fmla="*/ 1385 w 271132"/>
                  <a:gd name="connsiteY9" fmla="*/ 90106 h 296351"/>
                  <a:gd name="connsiteX10" fmla="*/ 44819 w 271132"/>
                  <a:gd name="connsiteY10" fmla="*/ 162020 h 296351"/>
                  <a:gd name="connsiteX11" fmla="*/ 16053 w 271132"/>
                  <a:gd name="connsiteY11" fmla="*/ 163354 h 296351"/>
                  <a:gd name="connsiteX12" fmla="*/ 81680 w 271132"/>
                  <a:gd name="connsiteY12" fmla="*/ 206026 h 296351"/>
                  <a:gd name="connsiteX13" fmla="*/ 55677 w 271132"/>
                  <a:gd name="connsiteY13" fmla="*/ 215646 h 296351"/>
                  <a:gd name="connsiteX14" fmla="*/ 123400 w 271132"/>
                  <a:gd name="connsiteY14" fmla="*/ 238315 h 296351"/>
                  <a:gd name="connsiteX15" fmla="*/ 44914 w 271132"/>
                  <a:gd name="connsiteY15" fmla="*/ 290608 h 296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71132" h="296351">
                    <a:moveTo>
                      <a:pt x="44819" y="290703"/>
                    </a:moveTo>
                    <a:cubicBezTo>
                      <a:pt x="76061" y="298799"/>
                      <a:pt x="109779" y="298514"/>
                      <a:pt x="142736" y="287750"/>
                    </a:cubicBezTo>
                    <a:cubicBezTo>
                      <a:pt x="250940" y="252413"/>
                      <a:pt x="282277" y="141065"/>
                      <a:pt x="251892" y="60198"/>
                    </a:cubicBezTo>
                    <a:cubicBezTo>
                      <a:pt x="260560" y="48292"/>
                      <a:pt x="267132" y="34766"/>
                      <a:pt x="271133" y="20479"/>
                    </a:cubicBezTo>
                    <a:cubicBezTo>
                      <a:pt x="262179" y="28575"/>
                      <a:pt x="251987" y="35338"/>
                      <a:pt x="240653" y="40577"/>
                    </a:cubicBezTo>
                    <a:cubicBezTo>
                      <a:pt x="250368" y="29432"/>
                      <a:pt x="255893" y="15050"/>
                      <a:pt x="255797" y="0"/>
                    </a:cubicBezTo>
                    <a:cubicBezTo>
                      <a:pt x="246749" y="10382"/>
                      <a:pt x="235795" y="19336"/>
                      <a:pt x="223412" y="26194"/>
                    </a:cubicBezTo>
                    <a:cubicBezTo>
                      <a:pt x="209030" y="18288"/>
                      <a:pt x="191599" y="16193"/>
                      <a:pt x="174835" y="21717"/>
                    </a:cubicBezTo>
                    <a:cubicBezTo>
                      <a:pt x="137211" y="34004"/>
                      <a:pt x="121019" y="78105"/>
                      <a:pt x="141402" y="111823"/>
                    </a:cubicBezTo>
                    <a:cubicBezTo>
                      <a:pt x="92158" y="125254"/>
                      <a:pt x="41580" y="116015"/>
                      <a:pt x="1385" y="90106"/>
                    </a:cubicBezTo>
                    <a:cubicBezTo>
                      <a:pt x="-5378" y="121348"/>
                      <a:pt x="13196" y="153162"/>
                      <a:pt x="44819" y="162020"/>
                    </a:cubicBezTo>
                    <a:cubicBezTo>
                      <a:pt x="35198" y="164878"/>
                      <a:pt x="25292" y="165164"/>
                      <a:pt x="16053" y="163354"/>
                    </a:cubicBezTo>
                    <a:cubicBezTo>
                      <a:pt x="24245" y="190595"/>
                      <a:pt x="51867" y="209550"/>
                      <a:pt x="81680" y="206026"/>
                    </a:cubicBezTo>
                    <a:cubicBezTo>
                      <a:pt x="74156" y="210979"/>
                      <a:pt x="65393" y="214408"/>
                      <a:pt x="55677" y="215646"/>
                    </a:cubicBezTo>
                    <a:cubicBezTo>
                      <a:pt x="70631" y="236411"/>
                      <a:pt x="97682" y="246221"/>
                      <a:pt x="123400" y="238315"/>
                    </a:cubicBezTo>
                    <a:cubicBezTo>
                      <a:pt x="105207" y="265557"/>
                      <a:pt x="77108" y="284226"/>
                      <a:pt x="44914" y="2906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0F43CED-5EA9-82C6-FD15-BBF8F0F23844}"/>
              </a:ext>
            </a:extLst>
          </p:cNvPr>
          <p:cNvGrpSpPr/>
          <p:nvPr/>
        </p:nvGrpSpPr>
        <p:grpSpPr>
          <a:xfrm>
            <a:off x="1848193" y="638927"/>
            <a:ext cx="1007088" cy="1007088"/>
            <a:chOff x="1794530" y="542002"/>
            <a:chExt cx="1007088" cy="1007088"/>
          </a:xfrm>
        </p:grpSpPr>
        <p:sp>
          <p:nvSpPr>
            <p:cNvPr id="3658" name="Freeform: Shape 3657">
              <a:extLst>
                <a:ext uri="{FF2B5EF4-FFF2-40B4-BE49-F238E27FC236}">
                  <a16:creationId xmlns:a16="http://schemas.microsoft.com/office/drawing/2014/main" id="{72F1ADB3-A4EF-9DE7-84AD-50DFF9A69087}"/>
                </a:ext>
              </a:extLst>
            </p:cNvPr>
            <p:cNvSpPr/>
            <p:nvPr/>
          </p:nvSpPr>
          <p:spPr>
            <a:xfrm rot="16980888">
              <a:off x="1794530" y="542002"/>
              <a:ext cx="1007088" cy="1007088"/>
            </a:xfrm>
            <a:custGeom>
              <a:avLst/>
              <a:gdLst>
                <a:gd name="connsiteX0" fmla="*/ 904883 w 904882"/>
                <a:gd name="connsiteY0" fmla="*/ 452442 h 904882"/>
                <a:gd name="connsiteX1" fmla="*/ 452441 w 904882"/>
                <a:gd name="connsiteY1" fmla="*/ 904883 h 904882"/>
                <a:gd name="connsiteX2" fmla="*/ 0 w 904882"/>
                <a:gd name="connsiteY2" fmla="*/ 452442 h 904882"/>
                <a:gd name="connsiteX3" fmla="*/ 452441 w 904882"/>
                <a:gd name="connsiteY3" fmla="*/ 0 h 904882"/>
                <a:gd name="connsiteX4" fmla="*/ 904883 w 904882"/>
                <a:gd name="connsiteY4" fmla="*/ 452442 h 90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882" h="904882">
                  <a:moveTo>
                    <a:pt x="904883" y="452442"/>
                  </a:moveTo>
                  <a:cubicBezTo>
                    <a:pt x="904883" y="702318"/>
                    <a:pt x="702318" y="904883"/>
                    <a:pt x="452441" y="904883"/>
                  </a:cubicBezTo>
                  <a:cubicBezTo>
                    <a:pt x="202565" y="904883"/>
                    <a:pt x="0" y="702318"/>
                    <a:pt x="0" y="452442"/>
                  </a:cubicBezTo>
                  <a:cubicBezTo>
                    <a:pt x="0" y="202565"/>
                    <a:pt x="202565" y="0"/>
                    <a:pt x="452441" y="0"/>
                  </a:cubicBezTo>
                  <a:cubicBezTo>
                    <a:pt x="702318" y="0"/>
                    <a:pt x="904883" y="202565"/>
                    <a:pt x="904883" y="452442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82" name="Graphic 3567">
              <a:extLst>
                <a:ext uri="{FF2B5EF4-FFF2-40B4-BE49-F238E27FC236}">
                  <a16:creationId xmlns:a16="http://schemas.microsoft.com/office/drawing/2014/main" id="{790EBC88-FC92-714C-4B02-53B662DE97F2}"/>
                </a:ext>
              </a:extLst>
            </p:cNvPr>
            <p:cNvGrpSpPr/>
            <p:nvPr/>
          </p:nvGrpSpPr>
          <p:grpSpPr>
            <a:xfrm>
              <a:off x="1978290" y="707784"/>
              <a:ext cx="639843" cy="639843"/>
              <a:chOff x="6205113" y="3862837"/>
              <a:chExt cx="639843" cy="639843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949B72C-C42E-8593-25D4-0B566013D632}"/>
                  </a:ext>
                </a:extLst>
              </p:cNvPr>
              <p:cNvSpPr/>
              <p:nvPr/>
            </p:nvSpPr>
            <p:spPr>
              <a:xfrm rot="-2700000">
                <a:off x="6298816" y="3956540"/>
                <a:ext cx="452437" cy="452437"/>
              </a:xfrm>
              <a:custGeom>
                <a:avLst/>
                <a:gdLst>
                  <a:gd name="connsiteX0" fmla="*/ 452438 w 452437"/>
                  <a:gd name="connsiteY0" fmla="*/ 226219 h 452437"/>
                  <a:gd name="connsiteX1" fmla="*/ 226219 w 452437"/>
                  <a:gd name="connsiteY1" fmla="*/ 452438 h 452437"/>
                  <a:gd name="connsiteX2" fmla="*/ 0 w 452437"/>
                  <a:gd name="connsiteY2" fmla="*/ 226219 h 452437"/>
                  <a:gd name="connsiteX3" fmla="*/ 226219 w 452437"/>
                  <a:gd name="connsiteY3" fmla="*/ 0 h 452437"/>
                  <a:gd name="connsiteX4" fmla="*/ 452438 w 452437"/>
                  <a:gd name="connsiteY4" fmla="*/ 226219 h 45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2437" h="452437">
                    <a:moveTo>
                      <a:pt x="452438" y="226219"/>
                    </a:moveTo>
                    <a:cubicBezTo>
                      <a:pt x="452438" y="351156"/>
                      <a:pt x="351156" y="452438"/>
                      <a:pt x="226219" y="452438"/>
                    </a:cubicBezTo>
                    <a:cubicBezTo>
                      <a:pt x="101282" y="452438"/>
                      <a:pt x="0" y="351156"/>
                      <a:pt x="0" y="226219"/>
                    </a:cubicBezTo>
                    <a:cubicBezTo>
                      <a:pt x="0" y="101282"/>
                      <a:pt x="101282" y="0"/>
                      <a:pt x="226219" y="0"/>
                    </a:cubicBezTo>
                    <a:cubicBezTo>
                      <a:pt x="351156" y="0"/>
                      <a:pt x="452438" y="101282"/>
                      <a:pt x="452438" y="2262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121723"/>
                  </a:gs>
                  <a:gs pos="48000">
                    <a:srgbClr val="1D314B"/>
                  </a:gs>
                  <a:gs pos="100000">
                    <a:srgbClr val="142133"/>
                  </a:gs>
                </a:gsLst>
                <a:lin ang="442681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6C1CB87-EEF3-D634-9E58-93D347165CEB}"/>
                  </a:ext>
                </a:extLst>
              </p:cNvPr>
              <p:cNvSpPr/>
              <p:nvPr/>
            </p:nvSpPr>
            <p:spPr>
              <a:xfrm rot="-4914001">
                <a:off x="6285730" y="3934679"/>
                <a:ext cx="452437" cy="452437"/>
              </a:xfrm>
              <a:custGeom>
                <a:avLst/>
                <a:gdLst>
                  <a:gd name="connsiteX0" fmla="*/ 452438 w 452437"/>
                  <a:gd name="connsiteY0" fmla="*/ 226219 h 452437"/>
                  <a:gd name="connsiteX1" fmla="*/ 226219 w 452437"/>
                  <a:gd name="connsiteY1" fmla="*/ 452438 h 452437"/>
                  <a:gd name="connsiteX2" fmla="*/ 0 w 452437"/>
                  <a:gd name="connsiteY2" fmla="*/ 226219 h 452437"/>
                  <a:gd name="connsiteX3" fmla="*/ 226219 w 452437"/>
                  <a:gd name="connsiteY3" fmla="*/ 0 h 452437"/>
                  <a:gd name="connsiteX4" fmla="*/ 452438 w 452437"/>
                  <a:gd name="connsiteY4" fmla="*/ 226219 h 45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2437" h="452437">
                    <a:moveTo>
                      <a:pt x="452438" y="226219"/>
                    </a:moveTo>
                    <a:cubicBezTo>
                      <a:pt x="452438" y="351156"/>
                      <a:pt x="351156" y="452438"/>
                      <a:pt x="226219" y="452438"/>
                    </a:cubicBezTo>
                    <a:cubicBezTo>
                      <a:pt x="101282" y="452438"/>
                      <a:pt x="0" y="351156"/>
                      <a:pt x="0" y="226219"/>
                    </a:cubicBezTo>
                    <a:cubicBezTo>
                      <a:pt x="0" y="101282"/>
                      <a:pt x="101282" y="0"/>
                      <a:pt x="226219" y="0"/>
                    </a:cubicBezTo>
                    <a:cubicBezTo>
                      <a:pt x="351156" y="0"/>
                      <a:pt x="452438" y="101282"/>
                      <a:pt x="452438" y="2262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264063"/>
                  </a:gs>
                  <a:gs pos="49000">
                    <a:srgbClr val="264063"/>
                  </a:gs>
                  <a:gs pos="100000">
                    <a:srgbClr val="375E99"/>
                  </a:gs>
                </a:gsLst>
                <a:lin ang="2655501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58B9F18E-0071-794C-B90B-915962B62461}"/>
                  </a:ext>
                </a:extLst>
              </p:cNvPr>
              <p:cNvSpPr/>
              <p:nvPr/>
            </p:nvSpPr>
            <p:spPr>
              <a:xfrm rot="-3312601">
                <a:off x="6305567" y="3954506"/>
                <a:ext cx="412813" cy="412813"/>
              </a:xfrm>
              <a:custGeom>
                <a:avLst/>
                <a:gdLst>
                  <a:gd name="connsiteX0" fmla="*/ 412814 w 412813"/>
                  <a:gd name="connsiteY0" fmla="*/ 206407 h 412813"/>
                  <a:gd name="connsiteX1" fmla="*/ 206407 w 412813"/>
                  <a:gd name="connsiteY1" fmla="*/ 412814 h 412813"/>
                  <a:gd name="connsiteX2" fmla="*/ 0 w 412813"/>
                  <a:gd name="connsiteY2" fmla="*/ 206407 h 412813"/>
                  <a:gd name="connsiteX3" fmla="*/ 206407 w 412813"/>
                  <a:gd name="connsiteY3" fmla="*/ 0 h 412813"/>
                  <a:gd name="connsiteX4" fmla="*/ 412814 w 412813"/>
                  <a:gd name="connsiteY4" fmla="*/ 206407 h 41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2813" h="412813">
                    <a:moveTo>
                      <a:pt x="412814" y="206407"/>
                    </a:moveTo>
                    <a:cubicBezTo>
                      <a:pt x="412814" y="320402"/>
                      <a:pt x="320402" y="412814"/>
                      <a:pt x="206407" y="412814"/>
                    </a:cubicBezTo>
                    <a:cubicBezTo>
                      <a:pt x="92411" y="412814"/>
                      <a:pt x="0" y="320402"/>
                      <a:pt x="0" y="206407"/>
                    </a:cubicBezTo>
                    <a:cubicBezTo>
                      <a:pt x="0" y="92411"/>
                      <a:pt x="92411" y="0"/>
                      <a:pt x="206407" y="0"/>
                    </a:cubicBezTo>
                    <a:cubicBezTo>
                      <a:pt x="320402" y="0"/>
                      <a:pt x="412814" y="92411"/>
                      <a:pt x="412814" y="206407"/>
                    </a:cubicBezTo>
                    <a:close/>
                  </a:path>
                </a:pathLst>
              </a:custGeom>
              <a:noFill/>
              <a:ln w="304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1C38F5B-C5D7-17FF-44D0-6428CA912CF2}"/>
                  </a:ext>
                </a:extLst>
              </p:cNvPr>
              <p:cNvSpPr/>
              <p:nvPr/>
            </p:nvSpPr>
            <p:spPr>
              <a:xfrm>
                <a:off x="6465216" y="4070933"/>
                <a:ext cx="114871" cy="181338"/>
              </a:xfrm>
              <a:custGeom>
                <a:avLst/>
                <a:gdLst>
                  <a:gd name="connsiteX0" fmla="*/ 0 w 114871"/>
                  <a:gd name="connsiteY0" fmla="*/ 171052 h 181338"/>
                  <a:gd name="connsiteX1" fmla="*/ 36100 w 114871"/>
                  <a:gd name="connsiteY1" fmla="*/ 181339 h 181338"/>
                  <a:gd name="connsiteX2" fmla="*/ 61817 w 114871"/>
                  <a:gd name="connsiteY2" fmla="*/ 90947 h 181338"/>
                  <a:gd name="connsiteX3" fmla="*/ 86963 w 114871"/>
                  <a:gd name="connsiteY3" fmla="*/ 98090 h 181338"/>
                  <a:gd name="connsiteX4" fmla="*/ 98298 w 114871"/>
                  <a:gd name="connsiteY4" fmla="*/ 68563 h 181338"/>
                  <a:gd name="connsiteX5" fmla="*/ 70390 w 114871"/>
                  <a:gd name="connsiteY5" fmla="*/ 60657 h 181338"/>
                  <a:gd name="connsiteX6" fmla="*/ 75247 w 114871"/>
                  <a:gd name="connsiteY6" fmla="*/ 43417 h 181338"/>
                  <a:gd name="connsiteX7" fmla="*/ 86392 w 114871"/>
                  <a:gd name="connsiteY7" fmla="*/ 35797 h 181338"/>
                  <a:gd name="connsiteX8" fmla="*/ 105918 w 114871"/>
                  <a:gd name="connsiteY8" fmla="*/ 41321 h 181338"/>
                  <a:gd name="connsiteX9" fmla="*/ 114871 w 114871"/>
                  <a:gd name="connsiteY9" fmla="*/ 9889 h 181338"/>
                  <a:gd name="connsiteX10" fmla="*/ 89916 w 114871"/>
                  <a:gd name="connsiteY10" fmla="*/ 2745 h 181338"/>
                  <a:gd name="connsiteX11" fmla="*/ 41148 w 114871"/>
                  <a:gd name="connsiteY11" fmla="*/ 26177 h 181338"/>
                  <a:gd name="connsiteX12" fmla="*/ 34290 w 114871"/>
                  <a:gd name="connsiteY12" fmla="*/ 50275 h 181338"/>
                  <a:gd name="connsiteX13" fmla="*/ 15526 w 114871"/>
                  <a:gd name="connsiteY13" fmla="*/ 44941 h 181338"/>
                  <a:gd name="connsiteX14" fmla="*/ 6858 w 114871"/>
                  <a:gd name="connsiteY14" fmla="*/ 75611 h 181338"/>
                  <a:gd name="connsiteX15" fmla="*/ 25622 w 114871"/>
                  <a:gd name="connsiteY15" fmla="*/ 80945 h 181338"/>
                  <a:gd name="connsiteX16" fmla="*/ 0 w 114871"/>
                  <a:gd name="connsiteY16" fmla="*/ 170956 h 18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4871" h="181338">
                    <a:moveTo>
                      <a:pt x="0" y="171052"/>
                    </a:moveTo>
                    <a:lnTo>
                      <a:pt x="36100" y="181339"/>
                    </a:lnTo>
                    <a:lnTo>
                      <a:pt x="61817" y="90947"/>
                    </a:lnTo>
                    <a:lnTo>
                      <a:pt x="86963" y="98090"/>
                    </a:lnTo>
                    <a:lnTo>
                      <a:pt x="98298" y="68563"/>
                    </a:lnTo>
                    <a:lnTo>
                      <a:pt x="70390" y="60657"/>
                    </a:lnTo>
                    <a:cubicBezTo>
                      <a:pt x="70390" y="60657"/>
                      <a:pt x="73628" y="49322"/>
                      <a:pt x="75247" y="43417"/>
                    </a:cubicBezTo>
                    <a:cubicBezTo>
                      <a:pt x="77248" y="36273"/>
                      <a:pt x="79534" y="33892"/>
                      <a:pt x="86392" y="35797"/>
                    </a:cubicBezTo>
                    <a:cubicBezTo>
                      <a:pt x="91916" y="37416"/>
                      <a:pt x="105918" y="41321"/>
                      <a:pt x="105918" y="41321"/>
                    </a:cubicBezTo>
                    <a:lnTo>
                      <a:pt x="114871" y="9889"/>
                    </a:lnTo>
                    <a:cubicBezTo>
                      <a:pt x="114871" y="9889"/>
                      <a:pt x="94297" y="4079"/>
                      <a:pt x="89916" y="2745"/>
                    </a:cubicBezTo>
                    <a:cubicBezTo>
                      <a:pt x="63055" y="-4875"/>
                      <a:pt x="47530" y="3507"/>
                      <a:pt x="41148" y="26177"/>
                    </a:cubicBezTo>
                    <a:cubicBezTo>
                      <a:pt x="35528" y="45893"/>
                      <a:pt x="34290" y="50275"/>
                      <a:pt x="34290" y="50275"/>
                    </a:cubicBezTo>
                    <a:lnTo>
                      <a:pt x="15526" y="44941"/>
                    </a:lnTo>
                    <a:lnTo>
                      <a:pt x="6858" y="75611"/>
                    </a:lnTo>
                    <a:lnTo>
                      <a:pt x="25622" y="80945"/>
                    </a:lnTo>
                    <a:lnTo>
                      <a:pt x="0" y="17095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8A192A-88D8-1A5C-4A78-E398A62EEF39}"/>
              </a:ext>
            </a:extLst>
          </p:cNvPr>
          <p:cNvGrpSpPr/>
          <p:nvPr/>
        </p:nvGrpSpPr>
        <p:grpSpPr>
          <a:xfrm>
            <a:off x="3128851" y="1804780"/>
            <a:ext cx="807666" cy="807664"/>
            <a:chOff x="3075188" y="1707855"/>
            <a:chExt cx="807666" cy="807664"/>
          </a:xfrm>
        </p:grpSpPr>
        <p:sp>
          <p:nvSpPr>
            <p:cNvPr id="3672" name="Freeform: Shape 3671">
              <a:extLst>
                <a:ext uri="{FF2B5EF4-FFF2-40B4-BE49-F238E27FC236}">
                  <a16:creationId xmlns:a16="http://schemas.microsoft.com/office/drawing/2014/main" id="{E711A5FF-C511-9E3C-37B2-2D7871874759}"/>
                </a:ext>
              </a:extLst>
            </p:cNvPr>
            <p:cNvSpPr/>
            <p:nvPr/>
          </p:nvSpPr>
          <p:spPr>
            <a:xfrm rot="16988644">
              <a:off x="3075189" y="1707854"/>
              <a:ext cx="807664" cy="807666"/>
            </a:xfrm>
            <a:custGeom>
              <a:avLst/>
              <a:gdLst>
                <a:gd name="connsiteX0" fmla="*/ 904055 w 904054"/>
                <a:gd name="connsiteY0" fmla="*/ 452027 h 904054"/>
                <a:gd name="connsiteX1" fmla="*/ 452027 w 904054"/>
                <a:gd name="connsiteY1" fmla="*/ 904055 h 904054"/>
                <a:gd name="connsiteX2" fmla="*/ 0 w 904054"/>
                <a:gd name="connsiteY2" fmla="*/ 452027 h 904054"/>
                <a:gd name="connsiteX3" fmla="*/ 452027 w 904054"/>
                <a:gd name="connsiteY3" fmla="*/ 0 h 904054"/>
                <a:gd name="connsiteX4" fmla="*/ 904055 w 904054"/>
                <a:gd name="connsiteY4" fmla="*/ 452027 h 90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054" h="904054">
                  <a:moveTo>
                    <a:pt x="904055" y="452027"/>
                  </a:moveTo>
                  <a:cubicBezTo>
                    <a:pt x="904055" y="701675"/>
                    <a:pt x="701675" y="904055"/>
                    <a:pt x="452027" y="904055"/>
                  </a:cubicBezTo>
                  <a:cubicBezTo>
                    <a:pt x="202380" y="904055"/>
                    <a:pt x="0" y="701675"/>
                    <a:pt x="0" y="452027"/>
                  </a:cubicBezTo>
                  <a:cubicBezTo>
                    <a:pt x="0" y="202380"/>
                    <a:pt x="202380" y="0"/>
                    <a:pt x="452027" y="0"/>
                  </a:cubicBezTo>
                  <a:cubicBezTo>
                    <a:pt x="701675" y="0"/>
                    <a:pt x="904055" y="202380"/>
                    <a:pt x="904055" y="452027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87" name="Graphic 3567">
              <a:extLst>
                <a:ext uri="{FF2B5EF4-FFF2-40B4-BE49-F238E27FC236}">
                  <a16:creationId xmlns:a16="http://schemas.microsoft.com/office/drawing/2014/main" id="{22B9F9BB-8FBD-C336-4C1D-47D838821E0D}"/>
                </a:ext>
              </a:extLst>
            </p:cNvPr>
            <p:cNvGrpSpPr/>
            <p:nvPr/>
          </p:nvGrpSpPr>
          <p:grpSpPr>
            <a:xfrm>
              <a:off x="3171792" y="1796585"/>
              <a:ext cx="614459" cy="630205"/>
              <a:chOff x="6984324" y="3944725"/>
              <a:chExt cx="675905" cy="693226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B8E7B2E9-122C-481E-9CBC-F055BCC4D742}"/>
                  </a:ext>
                </a:extLst>
              </p:cNvPr>
              <p:cNvSpPr/>
              <p:nvPr/>
            </p:nvSpPr>
            <p:spPr>
              <a:xfrm rot="-4886400">
                <a:off x="7024355" y="4016514"/>
                <a:ext cx="581406" cy="581406"/>
              </a:xfrm>
              <a:custGeom>
                <a:avLst/>
                <a:gdLst>
                  <a:gd name="connsiteX0" fmla="*/ 581406 w 581406"/>
                  <a:gd name="connsiteY0" fmla="*/ 290703 h 581406"/>
                  <a:gd name="connsiteX1" fmla="*/ 290703 w 581406"/>
                  <a:gd name="connsiteY1" fmla="*/ 581406 h 581406"/>
                  <a:gd name="connsiteX2" fmla="*/ 0 w 581406"/>
                  <a:gd name="connsiteY2" fmla="*/ 290703 h 581406"/>
                  <a:gd name="connsiteX3" fmla="*/ 290703 w 581406"/>
                  <a:gd name="connsiteY3" fmla="*/ 0 h 581406"/>
                  <a:gd name="connsiteX4" fmla="*/ 581406 w 581406"/>
                  <a:gd name="connsiteY4" fmla="*/ 290703 h 581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406" h="581406">
                    <a:moveTo>
                      <a:pt x="581406" y="290703"/>
                    </a:moveTo>
                    <a:cubicBezTo>
                      <a:pt x="581406" y="451254"/>
                      <a:pt x="451254" y="581406"/>
                      <a:pt x="290703" y="581406"/>
                    </a:cubicBezTo>
                    <a:cubicBezTo>
                      <a:pt x="130152" y="581406"/>
                      <a:pt x="0" y="451254"/>
                      <a:pt x="0" y="290703"/>
                    </a:cubicBezTo>
                    <a:cubicBezTo>
                      <a:pt x="0" y="130152"/>
                      <a:pt x="130152" y="0"/>
                      <a:pt x="290703" y="0"/>
                    </a:cubicBezTo>
                    <a:cubicBezTo>
                      <a:pt x="451254" y="0"/>
                      <a:pt x="581406" y="130152"/>
                      <a:pt x="581406" y="29070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1FE74BF-31A7-49CE-AA9F-235007F67296}"/>
                  </a:ext>
                </a:extLst>
              </p:cNvPr>
              <p:cNvSpPr/>
              <p:nvPr/>
            </p:nvSpPr>
            <p:spPr>
              <a:xfrm rot="-430201">
                <a:off x="7037115" y="3986429"/>
                <a:ext cx="581405" cy="581405"/>
              </a:xfrm>
              <a:custGeom>
                <a:avLst/>
                <a:gdLst>
                  <a:gd name="connsiteX0" fmla="*/ 581406 w 581405"/>
                  <a:gd name="connsiteY0" fmla="*/ 290703 h 581405"/>
                  <a:gd name="connsiteX1" fmla="*/ 290703 w 581405"/>
                  <a:gd name="connsiteY1" fmla="*/ 581406 h 581405"/>
                  <a:gd name="connsiteX2" fmla="*/ 0 w 581405"/>
                  <a:gd name="connsiteY2" fmla="*/ 290703 h 581405"/>
                  <a:gd name="connsiteX3" fmla="*/ 290703 w 581405"/>
                  <a:gd name="connsiteY3" fmla="*/ 0 h 581405"/>
                  <a:gd name="connsiteX4" fmla="*/ 581406 w 581405"/>
                  <a:gd name="connsiteY4" fmla="*/ 290703 h 581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405" h="581405">
                    <a:moveTo>
                      <a:pt x="581406" y="290703"/>
                    </a:moveTo>
                    <a:cubicBezTo>
                      <a:pt x="581406" y="451254"/>
                      <a:pt x="451254" y="581406"/>
                      <a:pt x="290703" y="581406"/>
                    </a:cubicBezTo>
                    <a:cubicBezTo>
                      <a:pt x="130152" y="581406"/>
                      <a:pt x="0" y="451254"/>
                      <a:pt x="0" y="290703"/>
                    </a:cubicBezTo>
                    <a:cubicBezTo>
                      <a:pt x="0" y="130152"/>
                      <a:pt x="130152" y="0"/>
                      <a:pt x="290703" y="0"/>
                    </a:cubicBezTo>
                    <a:cubicBezTo>
                      <a:pt x="451254" y="0"/>
                      <a:pt x="581406" y="130152"/>
                      <a:pt x="581406" y="2907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EDC02D"/>
                  </a:gs>
                  <a:gs pos="50000">
                    <a:srgbClr val="A01E35"/>
                  </a:gs>
                  <a:gs pos="100000">
                    <a:srgbClr val="792E83"/>
                  </a:gs>
                </a:gsLst>
                <a:lin ang="13533339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BFD0C1EE-44F8-796F-4EBC-CF24A9CCD08E}"/>
                  </a:ext>
                </a:extLst>
              </p:cNvPr>
              <p:cNvSpPr/>
              <p:nvPr/>
            </p:nvSpPr>
            <p:spPr>
              <a:xfrm rot="-1045798">
                <a:off x="7062623" y="4011980"/>
                <a:ext cx="530352" cy="530352"/>
              </a:xfrm>
              <a:custGeom>
                <a:avLst/>
                <a:gdLst>
                  <a:gd name="connsiteX0" fmla="*/ 530352 w 530352"/>
                  <a:gd name="connsiteY0" fmla="*/ 265176 h 530352"/>
                  <a:gd name="connsiteX1" fmla="*/ 265176 w 530352"/>
                  <a:gd name="connsiteY1" fmla="*/ 530352 h 530352"/>
                  <a:gd name="connsiteX2" fmla="*/ 0 w 530352"/>
                  <a:gd name="connsiteY2" fmla="*/ 265176 h 530352"/>
                  <a:gd name="connsiteX3" fmla="*/ 265176 w 530352"/>
                  <a:gd name="connsiteY3" fmla="*/ 0 h 530352"/>
                  <a:gd name="connsiteX4" fmla="*/ 530352 w 530352"/>
                  <a:gd name="connsiteY4" fmla="*/ 265176 h 5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352" h="530352">
                    <a:moveTo>
                      <a:pt x="530352" y="265176"/>
                    </a:moveTo>
                    <a:cubicBezTo>
                      <a:pt x="530352" y="411629"/>
                      <a:pt x="411629" y="530352"/>
                      <a:pt x="265176" y="530352"/>
                    </a:cubicBezTo>
                    <a:cubicBezTo>
                      <a:pt x="118723" y="530352"/>
                      <a:pt x="0" y="411629"/>
                      <a:pt x="0" y="265176"/>
                    </a:cubicBezTo>
                    <a:cubicBezTo>
                      <a:pt x="0" y="118723"/>
                      <a:pt x="118724" y="0"/>
                      <a:pt x="265176" y="0"/>
                    </a:cubicBezTo>
                    <a:cubicBezTo>
                      <a:pt x="411629" y="0"/>
                      <a:pt x="530352" y="118723"/>
                      <a:pt x="530352" y="265176"/>
                    </a:cubicBezTo>
                    <a:close/>
                  </a:path>
                </a:pathLst>
              </a:custGeom>
              <a:noFill/>
              <a:ln w="390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grpSp>
            <p:nvGrpSpPr>
              <p:cNvPr id="91" name="Graphic 3567">
                <a:extLst>
                  <a:ext uri="{FF2B5EF4-FFF2-40B4-BE49-F238E27FC236}">
                    <a16:creationId xmlns:a16="http://schemas.microsoft.com/office/drawing/2014/main" id="{FFAD6868-2F4E-A64D-0582-0257D18F28CB}"/>
                  </a:ext>
                </a:extLst>
              </p:cNvPr>
              <p:cNvGrpSpPr/>
              <p:nvPr/>
            </p:nvGrpSpPr>
            <p:grpSpPr>
              <a:xfrm>
                <a:off x="7176949" y="4110660"/>
                <a:ext cx="311321" cy="311321"/>
                <a:chOff x="7176949" y="4110660"/>
                <a:chExt cx="311321" cy="311321"/>
              </a:xfrm>
              <a:solidFill>
                <a:srgbClr val="FFFFFF"/>
              </a:solidFill>
            </p:grpSpPr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90FFBB31-6F83-8AE2-E35C-47588F90C9A6}"/>
                    </a:ext>
                  </a:extLst>
                </p:cNvPr>
                <p:cNvSpPr/>
                <p:nvPr/>
              </p:nvSpPr>
              <p:spPr>
                <a:xfrm>
                  <a:off x="7176949" y="4110660"/>
                  <a:ext cx="311321" cy="311321"/>
                </a:xfrm>
                <a:custGeom>
                  <a:avLst/>
                  <a:gdLst>
                    <a:gd name="connsiteX0" fmla="*/ 103225 w 311321"/>
                    <a:gd name="connsiteY0" fmla="*/ 57696 h 311321"/>
                    <a:gd name="connsiteX1" fmla="*/ 151898 w 311321"/>
                    <a:gd name="connsiteY1" fmla="*/ 32550 h 311321"/>
                    <a:gd name="connsiteX2" fmla="*/ 176282 w 311321"/>
                    <a:gd name="connsiteY2" fmla="*/ 24835 h 311321"/>
                    <a:gd name="connsiteX3" fmla="*/ 194761 w 311321"/>
                    <a:gd name="connsiteY3" fmla="*/ 26454 h 311321"/>
                    <a:gd name="connsiteX4" fmla="*/ 211049 w 311321"/>
                    <a:gd name="connsiteY4" fmla="*/ 35408 h 311321"/>
                    <a:gd name="connsiteX5" fmla="*/ 227050 w 311321"/>
                    <a:gd name="connsiteY5" fmla="*/ 55410 h 311321"/>
                    <a:gd name="connsiteX6" fmla="*/ 253625 w 311321"/>
                    <a:gd name="connsiteY6" fmla="*/ 103321 h 311321"/>
                    <a:gd name="connsiteX7" fmla="*/ 278771 w 311321"/>
                    <a:gd name="connsiteY7" fmla="*/ 151993 h 311321"/>
                    <a:gd name="connsiteX8" fmla="*/ 286487 w 311321"/>
                    <a:gd name="connsiteY8" fmla="*/ 176378 h 311321"/>
                    <a:gd name="connsiteX9" fmla="*/ 284867 w 311321"/>
                    <a:gd name="connsiteY9" fmla="*/ 194856 h 311321"/>
                    <a:gd name="connsiteX10" fmla="*/ 275914 w 311321"/>
                    <a:gd name="connsiteY10" fmla="*/ 211144 h 311321"/>
                    <a:gd name="connsiteX11" fmla="*/ 255911 w 311321"/>
                    <a:gd name="connsiteY11" fmla="*/ 227146 h 311321"/>
                    <a:gd name="connsiteX12" fmla="*/ 208000 w 311321"/>
                    <a:gd name="connsiteY12" fmla="*/ 253720 h 311321"/>
                    <a:gd name="connsiteX13" fmla="*/ 159328 w 311321"/>
                    <a:gd name="connsiteY13" fmla="*/ 278866 h 311321"/>
                    <a:gd name="connsiteX14" fmla="*/ 134944 w 311321"/>
                    <a:gd name="connsiteY14" fmla="*/ 286582 h 311321"/>
                    <a:gd name="connsiteX15" fmla="*/ 116465 w 311321"/>
                    <a:gd name="connsiteY15" fmla="*/ 284963 h 311321"/>
                    <a:gd name="connsiteX16" fmla="*/ 100178 w 311321"/>
                    <a:gd name="connsiteY16" fmla="*/ 276009 h 311321"/>
                    <a:gd name="connsiteX17" fmla="*/ 84176 w 311321"/>
                    <a:gd name="connsiteY17" fmla="*/ 256007 h 311321"/>
                    <a:gd name="connsiteX18" fmla="*/ 57601 w 311321"/>
                    <a:gd name="connsiteY18" fmla="*/ 208096 h 311321"/>
                    <a:gd name="connsiteX19" fmla="*/ 32455 w 311321"/>
                    <a:gd name="connsiteY19" fmla="*/ 159423 h 311321"/>
                    <a:gd name="connsiteX20" fmla="*/ 24739 w 311321"/>
                    <a:gd name="connsiteY20" fmla="*/ 135039 h 311321"/>
                    <a:gd name="connsiteX21" fmla="*/ 26359 w 311321"/>
                    <a:gd name="connsiteY21" fmla="*/ 116561 h 311321"/>
                    <a:gd name="connsiteX22" fmla="*/ 35312 w 311321"/>
                    <a:gd name="connsiteY22" fmla="*/ 100273 h 311321"/>
                    <a:gd name="connsiteX23" fmla="*/ 55315 w 311321"/>
                    <a:gd name="connsiteY23" fmla="*/ 84271 h 311321"/>
                    <a:gd name="connsiteX24" fmla="*/ 103225 w 311321"/>
                    <a:gd name="connsiteY24" fmla="*/ 57696 h 311321"/>
                    <a:gd name="connsiteX25" fmla="*/ 91700 w 311321"/>
                    <a:gd name="connsiteY25" fmla="*/ 36170 h 311321"/>
                    <a:gd name="connsiteX26" fmla="*/ 42837 w 311321"/>
                    <a:gd name="connsiteY26" fmla="*/ 63221 h 311321"/>
                    <a:gd name="connsiteX27" fmla="*/ 16834 w 311321"/>
                    <a:gd name="connsiteY27" fmla="*/ 84271 h 311321"/>
                    <a:gd name="connsiteX28" fmla="*/ 3022 w 311321"/>
                    <a:gd name="connsiteY28" fmla="*/ 109417 h 311321"/>
                    <a:gd name="connsiteX29" fmla="*/ 546 w 311321"/>
                    <a:gd name="connsiteY29" fmla="*/ 137992 h 311321"/>
                    <a:gd name="connsiteX30" fmla="*/ 10547 w 311321"/>
                    <a:gd name="connsiteY30" fmla="*/ 169996 h 311321"/>
                    <a:gd name="connsiteX31" fmla="*/ 36170 w 311321"/>
                    <a:gd name="connsiteY31" fmla="*/ 219621 h 311321"/>
                    <a:gd name="connsiteX32" fmla="*/ 63220 w 311321"/>
                    <a:gd name="connsiteY32" fmla="*/ 268484 h 311321"/>
                    <a:gd name="connsiteX33" fmla="*/ 84271 w 311321"/>
                    <a:gd name="connsiteY33" fmla="*/ 294488 h 311321"/>
                    <a:gd name="connsiteX34" fmla="*/ 109417 w 311321"/>
                    <a:gd name="connsiteY34" fmla="*/ 308299 h 311321"/>
                    <a:gd name="connsiteX35" fmla="*/ 137992 w 311321"/>
                    <a:gd name="connsiteY35" fmla="*/ 310775 h 311321"/>
                    <a:gd name="connsiteX36" fmla="*/ 169996 w 311321"/>
                    <a:gd name="connsiteY36" fmla="*/ 300774 h 311321"/>
                    <a:gd name="connsiteX37" fmla="*/ 219621 w 311321"/>
                    <a:gd name="connsiteY37" fmla="*/ 275152 h 311321"/>
                    <a:gd name="connsiteX38" fmla="*/ 268484 w 311321"/>
                    <a:gd name="connsiteY38" fmla="*/ 248101 h 311321"/>
                    <a:gd name="connsiteX39" fmla="*/ 294487 w 311321"/>
                    <a:gd name="connsiteY39" fmla="*/ 227051 h 311321"/>
                    <a:gd name="connsiteX40" fmla="*/ 308299 w 311321"/>
                    <a:gd name="connsiteY40" fmla="*/ 201905 h 311321"/>
                    <a:gd name="connsiteX41" fmla="*/ 310775 w 311321"/>
                    <a:gd name="connsiteY41" fmla="*/ 173330 h 311321"/>
                    <a:gd name="connsiteX42" fmla="*/ 300774 w 311321"/>
                    <a:gd name="connsiteY42" fmla="*/ 141326 h 311321"/>
                    <a:gd name="connsiteX43" fmla="*/ 275152 w 311321"/>
                    <a:gd name="connsiteY43" fmla="*/ 91700 h 311321"/>
                    <a:gd name="connsiteX44" fmla="*/ 248101 w 311321"/>
                    <a:gd name="connsiteY44" fmla="*/ 42837 h 311321"/>
                    <a:gd name="connsiteX45" fmla="*/ 227050 w 311321"/>
                    <a:gd name="connsiteY45" fmla="*/ 16834 h 311321"/>
                    <a:gd name="connsiteX46" fmla="*/ 201904 w 311321"/>
                    <a:gd name="connsiteY46" fmla="*/ 3023 h 311321"/>
                    <a:gd name="connsiteX47" fmla="*/ 173329 w 311321"/>
                    <a:gd name="connsiteY47" fmla="*/ 546 h 311321"/>
                    <a:gd name="connsiteX48" fmla="*/ 141325 w 311321"/>
                    <a:gd name="connsiteY48" fmla="*/ 10547 h 311321"/>
                    <a:gd name="connsiteX49" fmla="*/ 91700 w 311321"/>
                    <a:gd name="connsiteY49" fmla="*/ 36170 h 311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311321" h="311321">
                      <a:moveTo>
                        <a:pt x="103225" y="57696"/>
                      </a:moveTo>
                      <a:cubicBezTo>
                        <a:pt x="135134" y="40646"/>
                        <a:pt x="138944" y="38741"/>
                        <a:pt x="151898" y="32550"/>
                      </a:cubicBezTo>
                      <a:cubicBezTo>
                        <a:pt x="163804" y="26835"/>
                        <a:pt x="171234" y="25406"/>
                        <a:pt x="176282" y="24835"/>
                      </a:cubicBezTo>
                      <a:cubicBezTo>
                        <a:pt x="183045" y="23978"/>
                        <a:pt x="188379" y="24454"/>
                        <a:pt x="194761" y="26454"/>
                      </a:cubicBezTo>
                      <a:cubicBezTo>
                        <a:pt x="201142" y="28359"/>
                        <a:pt x="205905" y="31026"/>
                        <a:pt x="211049" y="35408"/>
                      </a:cubicBezTo>
                      <a:cubicBezTo>
                        <a:pt x="214954" y="38741"/>
                        <a:pt x="220288" y="43980"/>
                        <a:pt x="227050" y="55410"/>
                      </a:cubicBezTo>
                      <a:cubicBezTo>
                        <a:pt x="234385" y="67697"/>
                        <a:pt x="236480" y="71412"/>
                        <a:pt x="253625" y="103321"/>
                      </a:cubicBezTo>
                      <a:cubicBezTo>
                        <a:pt x="270675" y="135230"/>
                        <a:pt x="272580" y="139040"/>
                        <a:pt x="278771" y="151993"/>
                      </a:cubicBezTo>
                      <a:cubicBezTo>
                        <a:pt x="284486" y="163900"/>
                        <a:pt x="285915" y="171329"/>
                        <a:pt x="286487" y="176378"/>
                      </a:cubicBezTo>
                      <a:cubicBezTo>
                        <a:pt x="287344" y="183140"/>
                        <a:pt x="286867" y="188474"/>
                        <a:pt x="284867" y="194856"/>
                      </a:cubicBezTo>
                      <a:cubicBezTo>
                        <a:pt x="282962" y="201238"/>
                        <a:pt x="280295" y="206000"/>
                        <a:pt x="275914" y="211144"/>
                      </a:cubicBezTo>
                      <a:cubicBezTo>
                        <a:pt x="272580" y="215049"/>
                        <a:pt x="267341" y="220383"/>
                        <a:pt x="255911" y="227146"/>
                      </a:cubicBezTo>
                      <a:cubicBezTo>
                        <a:pt x="243624" y="234480"/>
                        <a:pt x="239909" y="236576"/>
                        <a:pt x="208000" y="253720"/>
                      </a:cubicBezTo>
                      <a:cubicBezTo>
                        <a:pt x="176092" y="270770"/>
                        <a:pt x="172282" y="272675"/>
                        <a:pt x="159328" y="278866"/>
                      </a:cubicBezTo>
                      <a:cubicBezTo>
                        <a:pt x="147421" y="284582"/>
                        <a:pt x="139992" y="286010"/>
                        <a:pt x="134944" y="286582"/>
                      </a:cubicBezTo>
                      <a:cubicBezTo>
                        <a:pt x="128181" y="287439"/>
                        <a:pt x="122847" y="286963"/>
                        <a:pt x="116465" y="284963"/>
                      </a:cubicBezTo>
                      <a:cubicBezTo>
                        <a:pt x="110083" y="283058"/>
                        <a:pt x="105321" y="280391"/>
                        <a:pt x="100178" y="276009"/>
                      </a:cubicBezTo>
                      <a:cubicBezTo>
                        <a:pt x="96272" y="272675"/>
                        <a:pt x="90938" y="267437"/>
                        <a:pt x="84176" y="256007"/>
                      </a:cubicBezTo>
                      <a:cubicBezTo>
                        <a:pt x="76841" y="243719"/>
                        <a:pt x="74746" y="240005"/>
                        <a:pt x="57601" y="208096"/>
                      </a:cubicBezTo>
                      <a:cubicBezTo>
                        <a:pt x="40551" y="176187"/>
                        <a:pt x="38646" y="172377"/>
                        <a:pt x="32455" y="159423"/>
                      </a:cubicBezTo>
                      <a:cubicBezTo>
                        <a:pt x="26740" y="147517"/>
                        <a:pt x="25311" y="140087"/>
                        <a:pt x="24739" y="135039"/>
                      </a:cubicBezTo>
                      <a:cubicBezTo>
                        <a:pt x="23882" y="128276"/>
                        <a:pt x="24359" y="122942"/>
                        <a:pt x="26359" y="116561"/>
                      </a:cubicBezTo>
                      <a:cubicBezTo>
                        <a:pt x="28264" y="110179"/>
                        <a:pt x="30931" y="105416"/>
                        <a:pt x="35312" y="100273"/>
                      </a:cubicBezTo>
                      <a:cubicBezTo>
                        <a:pt x="38646" y="96368"/>
                        <a:pt x="43885" y="91034"/>
                        <a:pt x="55315" y="84271"/>
                      </a:cubicBezTo>
                      <a:cubicBezTo>
                        <a:pt x="67602" y="76937"/>
                        <a:pt x="71317" y="74841"/>
                        <a:pt x="103225" y="57696"/>
                      </a:cubicBezTo>
                      <a:moveTo>
                        <a:pt x="91700" y="36170"/>
                      </a:moveTo>
                      <a:cubicBezTo>
                        <a:pt x="59220" y="53505"/>
                        <a:pt x="55220" y="55886"/>
                        <a:pt x="42837" y="63221"/>
                      </a:cubicBezTo>
                      <a:cubicBezTo>
                        <a:pt x="30455" y="70650"/>
                        <a:pt x="22835" y="77318"/>
                        <a:pt x="16834" y="84271"/>
                      </a:cubicBezTo>
                      <a:cubicBezTo>
                        <a:pt x="10643" y="91510"/>
                        <a:pt x="6166" y="99225"/>
                        <a:pt x="3022" y="109417"/>
                      </a:cubicBezTo>
                      <a:cubicBezTo>
                        <a:pt x="-26" y="119609"/>
                        <a:pt x="-597" y="128467"/>
                        <a:pt x="546" y="137992"/>
                      </a:cubicBezTo>
                      <a:cubicBezTo>
                        <a:pt x="1689" y="147136"/>
                        <a:pt x="4261" y="156947"/>
                        <a:pt x="10547" y="169996"/>
                      </a:cubicBezTo>
                      <a:cubicBezTo>
                        <a:pt x="16834" y="183045"/>
                        <a:pt x="18834" y="187236"/>
                        <a:pt x="36170" y="219621"/>
                      </a:cubicBezTo>
                      <a:cubicBezTo>
                        <a:pt x="53505" y="252101"/>
                        <a:pt x="55886" y="256102"/>
                        <a:pt x="63220" y="268484"/>
                      </a:cubicBezTo>
                      <a:cubicBezTo>
                        <a:pt x="70650" y="280867"/>
                        <a:pt x="77318" y="288487"/>
                        <a:pt x="84271" y="294488"/>
                      </a:cubicBezTo>
                      <a:cubicBezTo>
                        <a:pt x="91510" y="300679"/>
                        <a:pt x="99225" y="305156"/>
                        <a:pt x="109417" y="308299"/>
                      </a:cubicBezTo>
                      <a:cubicBezTo>
                        <a:pt x="119608" y="311347"/>
                        <a:pt x="128467" y="311918"/>
                        <a:pt x="137992" y="310775"/>
                      </a:cubicBezTo>
                      <a:cubicBezTo>
                        <a:pt x="147136" y="309632"/>
                        <a:pt x="156946" y="307061"/>
                        <a:pt x="169996" y="300774"/>
                      </a:cubicBezTo>
                      <a:cubicBezTo>
                        <a:pt x="183045" y="294488"/>
                        <a:pt x="187236" y="292487"/>
                        <a:pt x="219621" y="275152"/>
                      </a:cubicBezTo>
                      <a:cubicBezTo>
                        <a:pt x="252101" y="257816"/>
                        <a:pt x="256102" y="255435"/>
                        <a:pt x="268484" y="248101"/>
                      </a:cubicBezTo>
                      <a:cubicBezTo>
                        <a:pt x="280867" y="240671"/>
                        <a:pt x="288487" y="234004"/>
                        <a:pt x="294487" y="227051"/>
                      </a:cubicBezTo>
                      <a:cubicBezTo>
                        <a:pt x="300679" y="219812"/>
                        <a:pt x="305156" y="212096"/>
                        <a:pt x="308299" y="201905"/>
                      </a:cubicBezTo>
                      <a:cubicBezTo>
                        <a:pt x="311347" y="191713"/>
                        <a:pt x="311918" y="182855"/>
                        <a:pt x="310775" y="173330"/>
                      </a:cubicBezTo>
                      <a:cubicBezTo>
                        <a:pt x="309632" y="164186"/>
                        <a:pt x="307061" y="154375"/>
                        <a:pt x="300774" y="141326"/>
                      </a:cubicBezTo>
                      <a:cubicBezTo>
                        <a:pt x="294487" y="128276"/>
                        <a:pt x="292487" y="124085"/>
                        <a:pt x="275152" y="91700"/>
                      </a:cubicBezTo>
                      <a:cubicBezTo>
                        <a:pt x="257816" y="59220"/>
                        <a:pt x="255435" y="55220"/>
                        <a:pt x="248101" y="42837"/>
                      </a:cubicBezTo>
                      <a:cubicBezTo>
                        <a:pt x="240671" y="30455"/>
                        <a:pt x="234004" y="22835"/>
                        <a:pt x="227050" y="16834"/>
                      </a:cubicBezTo>
                      <a:cubicBezTo>
                        <a:pt x="219812" y="10643"/>
                        <a:pt x="212096" y="6166"/>
                        <a:pt x="201904" y="3023"/>
                      </a:cubicBezTo>
                      <a:cubicBezTo>
                        <a:pt x="191713" y="-25"/>
                        <a:pt x="182854" y="-597"/>
                        <a:pt x="173329" y="546"/>
                      </a:cubicBezTo>
                      <a:cubicBezTo>
                        <a:pt x="164186" y="1689"/>
                        <a:pt x="154375" y="4261"/>
                        <a:pt x="141325" y="10547"/>
                      </a:cubicBezTo>
                      <a:cubicBezTo>
                        <a:pt x="128276" y="16834"/>
                        <a:pt x="124085" y="18834"/>
                        <a:pt x="91700" y="36170"/>
                      </a:cubicBezTo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55ED5C0B-B84C-7BD6-CA42-25B3155C4C7B}"/>
                    </a:ext>
                  </a:extLst>
                </p:cNvPr>
                <p:cNvSpPr/>
                <p:nvPr/>
              </p:nvSpPr>
              <p:spPr>
                <a:xfrm>
                  <a:off x="7263030" y="4196741"/>
                  <a:ext cx="139255" cy="139255"/>
                </a:xfrm>
                <a:custGeom>
                  <a:avLst/>
                  <a:gdLst>
                    <a:gd name="connsiteX0" fmla="*/ 36767 w 139255"/>
                    <a:gd name="connsiteY0" fmla="*/ 8287 h 139255"/>
                    <a:gd name="connsiteX1" fmla="*/ 8287 w 139255"/>
                    <a:gd name="connsiteY1" fmla="*/ 102489 h 139255"/>
                    <a:gd name="connsiteX2" fmla="*/ 102489 w 139255"/>
                    <a:gd name="connsiteY2" fmla="*/ 130969 h 139255"/>
                    <a:gd name="connsiteX3" fmla="*/ 130969 w 139255"/>
                    <a:gd name="connsiteY3" fmla="*/ 36767 h 139255"/>
                    <a:gd name="connsiteX4" fmla="*/ 36767 w 139255"/>
                    <a:gd name="connsiteY4" fmla="*/ 8287 h 139255"/>
                    <a:gd name="connsiteX5" fmla="*/ 90869 w 139255"/>
                    <a:gd name="connsiteY5" fmla="*/ 109442 h 139255"/>
                    <a:gd name="connsiteX6" fmla="*/ 29718 w 139255"/>
                    <a:gd name="connsiteY6" fmla="*/ 90964 h 139255"/>
                    <a:gd name="connsiteX7" fmla="*/ 48197 w 139255"/>
                    <a:gd name="connsiteY7" fmla="*/ 29813 h 139255"/>
                    <a:gd name="connsiteX8" fmla="*/ 109347 w 139255"/>
                    <a:gd name="connsiteY8" fmla="*/ 48292 h 139255"/>
                    <a:gd name="connsiteX9" fmla="*/ 90869 w 139255"/>
                    <a:gd name="connsiteY9" fmla="*/ 109442 h 13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255" h="139255">
                      <a:moveTo>
                        <a:pt x="36767" y="8287"/>
                      </a:moveTo>
                      <a:cubicBezTo>
                        <a:pt x="2858" y="26384"/>
                        <a:pt x="-9906" y="68580"/>
                        <a:pt x="8287" y="102489"/>
                      </a:cubicBezTo>
                      <a:cubicBezTo>
                        <a:pt x="26384" y="136398"/>
                        <a:pt x="68580" y="149162"/>
                        <a:pt x="102489" y="130969"/>
                      </a:cubicBezTo>
                      <a:cubicBezTo>
                        <a:pt x="136398" y="112871"/>
                        <a:pt x="149162" y="70676"/>
                        <a:pt x="130969" y="36767"/>
                      </a:cubicBezTo>
                      <a:cubicBezTo>
                        <a:pt x="112871" y="2858"/>
                        <a:pt x="70676" y="-9906"/>
                        <a:pt x="36767" y="8287"/>
                      </a:cubicBezTo>
                      <a:moveTo>
                        <a:pt x="90869" y="109442"/>
                      </a:moveTo>
                      <a:cubicBezTo>
                        <a:pt x="68866" y="121253"/>
                        <a:pt x="41529" y="112967"/>
                        <a:pt x="29718" y="90964"/>
                      </a:cubicBezTo>
                      <a:cubicBezTo>
                        <a:pt x="17907" y="68961"/>
                        <a:pt x="26194" y="41624"/>
                        <a:pt x="48197" y="29813"/>
                      </a:cubicBezTo>
                      <a:cubicBezTo>
                        <a:pt x="70199" y="18002"/>
                        <a:pt x="97536" y="26289"/>
                        <a:pt x="109347" y="48292"/>
                      </a:cubicBezTo>
                      <a:cubicBezTo>
                        <a:pt x="121158" y="70295"/>
                        <a:pt x="112871" y="97631"/>
                        <a:pt x="90869" y="109442"/>
                      </a:cubicBezTo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211D221D-ED96-822A-981C-EC50CE04EA8E}"/>
                    </a:ext>
                  </a:extLst>
                </p:cNvPr>
                <p:cNvSpPr/>
                <p:nvPr/>
              </p:nvSpPr>
              <p:spPr>
                <a:xfrm>
                  <a:off x="7345994" y="4152166"/>
                  <a:ext cx="32477" cy="32519"/>
                </a:xfrm>
                <a:custGeom>
                  <a:avLst/>
                  <a:gdLst>
                    <a:gd name="connsiteX0" fmla="*/ 30574 w 32477"/>
                    <a:gd name="connsiteY0" fmla="*/ 8571 h 32519"/>
                    <a:gd name="connsiteX1" fmla="*/ 23906 w 32477"/>
                    <a:gd name="connsiteY1" fmla="*/ 30574 h 32519"/>
                    <a:gd name="connsiteX2" fmla="*/ 1903 w 32477"/>
                    <a:gd name="connsiteY2" fmla="*/ 23906 h 32519"/>
                    <a:gd name="connsiteX3" fmla="*/ 8571 w 32477"/>
                    <a:gd name="connsiteY3" fmla="*/ 1903 h 32519"/>
                    <a:gd name="connsiteX4" fmla="*/ 30574 w 32477"/>
                    <a:gd name="connsiteY4" fmla="*/ 8571 h 32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477" h="32519">
                      <a:moveTo>
                        <a:pt x="30574" y="8571"/>
                      </a:moveTo>
                      <a:cubicBezTo>
                        <a:pt x="34765" y="16477"/>
                        <a:pt x="31812" y="26383"/>
                        <a:pt x="23906" y="30574"/>
                      </a:cubicBezTo>
                      <a:cubicBezTo>
                        <a:pt x="16001" y="34860"/>
                        <a:pt x="6094" y="31812"/>
                        <a:pt x="1903" y="23906"/>
                      </a:cubicBezTo>
                      <a:cubicBezTo>
                        <a:pt x="-2288" y="16000"/>
                        <a:pt x="665" y="6094"/>
                        <a:pt x="8571" y="1903"/>
                      </a:cubicBezTo>
                      <a:cubicBezTo>
                        <a:pt x="16477" y="-2288"/>
                        <a:pt x="26383" y="665"/>
                        <a:pt x="30574" y="8571"/>
                      </a:cubicBezTo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E93250-6637-0B8B-7841-6606B7B37AFE}"/>
              </a:ext>
            </a:extLst>
          </p:cNvPr>
          <p:cNvGrpSpPr/>
          <p:nvPr/>
        </p:nvGrpSpPr>
        <p:grpSpPr>
          <a:xfrm>
            <a:off x="1990284" y="1720501"/>
            <a:ext cx="925215" cy="925215"/>
            <a:chOff x="1936621" y="1623576"/>
            <a:chExt cx="925215" cy="925215"/>
          </a:xfrm>
        </p:grpSpPr>
        <p:sp>
          <p:nvSpPr>
            <p:cNvPr id="3696" name="Freeform: Shape 3695">
              <a:extLst>
                <a:ext uri="{FF2B5EF4-FFF2-40B4-BE49-F238E27FC236}">
                  <a16:creationId xmlns:a16="http://schemas.microsoft.com/office/drawing/2014/main" id="{B3228EF8-4820-54CB-8A1C-7BE93FEAB09B}"/>
                </a:ext>
              </a:extLst>
            </p:cNvPr>
            <p:cNvSpPr/>
            <p:nvPr/>
          </p:nvSpPr>
          <p:spPr>
            <a:xfrm rot="17018328">
              <a:off x="1936621" y="1623576"/>
              <a:ext cx="925215" cy="925215"/>
            </a:xfrm>
            <a:custGeom>
              <a:avLst/>
              <a:gdLst>
                <a:gd name="connsiteX0" fmla="*/ 904893 w 904892"/>
                <a:gd name="connsiteY0" fmla="*/ 452446 h 904892"/>
                <a:gd name="connsiteX1" fmla="*/ 452446 w 904892"/>
                <a:gd name="connsiteY1" fmla="*/ 904893 h 904892"/>
                <a:gd name="connsiteX2" fmla="*/ 0 w 904892"/>
                <a:gd name="connsiteY2" fmla="*/ 452446 h 904892"/>
                <a:gd name="connsiteX3" fmla="*/ 452446 w 904892"/>
                <a:gd name="connsiteY3" fmla="*/ 0 h 904892"/>
                <a:gd name="connsiteX4" fmla="*/ 904893 w 904892"/>
                <a:gd name="connsiteY4" fmla="*/ 452446 h 904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892" h="904892">
                  <a:moveTo>
                    <a:pt x="904893" y="452446"/>
                  </a:moveTo>
                  <a:cubicBezTo>
                    <a:pt x="904893" y="702326"/>
                    <a:pt x="702325" y="904893"/>
                    <a:pt x="452446" y="904893"/>
                  </a:cubicBezTo>
                  <a:cubicBezTo>
                    <a:pt x="202567" y="904893"/>
                    <a:pt x="0" y="702326"/>
                    <a:pt x="0" y="452446"/>
                  </a:cubicBezTo>
                  <a:cubicBezTo>
                    <a:pt x="0" y="202567"/>
                    <a:pt x="202567" y="0"/>
                    <a:pt x="452446" y="0"/>
                  </a:cubicBezTo>
                  <a:cubicBezTo>
                    <a:pt x="702325" y="0"/>
                    <a:pt x="904893" y="202567"/>
                    <a:pt x="904893" y="45244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95" name="Graphic 3567">
              <a:extLst>
                <a:ext uri="{FF2B5EF4-FFF2-40B4-BE49-F238E27FC236}">
                  <a16:creationId xmlns:a16="http://schemas.microsoft.com/office/drawing/2014/main" id="{396D6B63-9687-6CF5-336F-41E64D23BEFB}"/>
                </a:ext>
              </a:extLst>
            </p:cNvPr>
            <p:cNvGrpSpPr/>
            <p:nvPr/>
          </p:nvGrpSpPr>
          <p:grpSpPr>
            <a:xfrm>
              <a:off x="2059147" y="1746102"/>
              <a:ext cx="680162" cy="680162"/>
              <a:chOff x="6696672" y="4241375"/>
              <a:chExt cx="511631" cy="511631"/>
            </a:xfrm>
          </p:grpSpPr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8534AE56-17F1-A114-0621-A1256C309A4D}"/>
                  </a:ext>
                </a:extLst>
              </p:cNvPr>
              <p:cNvSpPr/>
              <p:nvPr/>
            </p:nvSpPr>
            <p:spPr>
              <a:xfrm rot="-1368598">
                <a:off x="6757130" y="4301833"/>
                <a:ext cx="390715" cy="390715"/>
              </a:xfrm>
              <a:custGeom>
                <a:avLst/>
                <a:gdLst>
                  <a:gd name="connsiteX0" fmla="*/ 390716 w 390715"/>
                  <a:gd name="connsiteY0" fmla="*/ 195358 h 390715"/>
                  <a:gd name="connsiteX1" fmla="*/ 195358 w 390715"/>
                  <a:gd name="connsiteY1" fmla="*/ 390716 h 390715"/>
                  <a:gd name="connsiteX2" fmla="*/ 0 w 390715"/>
                  <a:gd name="connsiteY2" fmla="*/ 195358 h 390715"/>
                  <a:gd name="connsiteX3" fmla="*/ 195358 w 390715"/>
                  <a:gd name="connsiteY3" fmla="*/ 0 h 390715"/>
                  <a:gd name="connsiteX4" fmla="*/ 390716 w 390715"/>
                  <a:gd name="connsiteY4" fmla="*/ 195358 h 390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715" h="390715">
                    <a:moveTo>
                      <a:pt x="390716" y="195358"/>
                    </a:moveTo>
                    <a:cubicBezTo>
                      <a:pt x="390716" y="303251"/>
                      <a:pt x="303251" y="390716"/>
                      <a:pt x="195358" y="390716"/>
                    </a:cubicBezTo>
                    <a:cubicBezTo>
                      <a:pt x="87465" y="390716"/>
                      <a:pt x="0" y="303251"/>
                      <a:pt x="0" y="195358"/>
                    </a:cubicBezTo>
                    <a:cubicBezTo>
                      <a:pt x="0" y="87465"/>
                      <a:pt x="87465" y="0"/>
                      <a:pt x="195358" y="0"/>
                    </a:cubicBezTo>
                    <a:cubicBezTo>
                      <a:pt x="303251" y="0"/>
                      <a:pt x="390716" y="87465"/>
                      <a:pt x="390716" y="1953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331B"/>
                  </a:gs>
                  <a:gs pos="52000">
                    <a:srgbClr val="2D4F29"/>
                  </a:gs>
                  <a:gs pos="100000">
                    <a:srgbClr val="1D311B"/>
                  </a:gs>
                </a:gsLst>
                <a:lin ang="17849106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B5A4AD88-A789-FD78-186D-D4D979389624}"/>
                  </a:ext>
                </a:extLst>
              </p:cNvPr>
              <p:cNvSpPr/>
              <p:nvPr/>
            </p:nvSpPr>
            <p:spPr>
              <a:xfrm rot="-764399">
                <a:off x="6735508" y="4297596"/>
                <a:ext cx="390715" cy="390715"/>
              </a:xfrm>
              <a:custGeom>
                <a:avLst/>
                <a:gdLst>
                  <a:gd name="connsiteX0" fmla="*/ 390716 w 390715"/>
                  <a:gd name="connsiteY0" fmla="*/ 195358 h 390715"/>
                  <a:gd name="connsiteX1" fmla="*/ 195358 w 390715"/>
                  <a:gd name="connsiteY1" fmla="*/ 390716 h 390715"/>
                  <a:gd name="connsiteX2" fmla="*/ 0 w 390715"/>
                  <a:gd name="connsiteY2" fmla="*/ 195358 h 390715"/>
                  <a:gd name="connsiteX3" fmla="*/ 195358 w 390715"/>
                  <a:gd name="connsiteY3" fmla="*/ 0 h 390715"/>
                  <a:gd name="connsiteX4" fmla="*/ 390716 w 390715"/>
                  <a:gd name="connsiteY4" fmla="*/ 195358 h 390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715" h="390715">
                    <a:moveTo>
                      <a:pt x="390716" y="195358"/>
                    </a:moveTo>
                    <a:cubicBezTo>
                      <a:pt x="390716" y="303251"/>
                      <a:pt x="303251" y="390716"/>
                      <a:pt x="195358" y="390716"/>
                    </a:cubicBezTo>
                    <a:cubicBezTo>
                      <a:pt x="87465" y="390716"/>
                      <a:pt x="0" y="303251"/>
                      <a:pt x="0" y="195358"/>
                    </a:cubicBezTo>
                    <a:cubicBezTo>
                      <a:pt x="0" y="87465"/>
                      <a:pt x="87465" y="0"/>
                      <a:pt x="195358" y="0"/>
                    </a:cubicBezTo>
                    <a:cubicBezTo>
                      <a:pt x="303251" y="0"/>
                      <a:pt x="390716" y="87465"/>
                      <a:pt x="390716" y="1953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5A9F4F"/>
                  </a:gs>
                  <a:gs pos="50000">
                    <a:srgbClr val="44743D"/>
                  </a:gs>
                  <a:gs pos="100000">
                    <a:srgbClr val="2F4A2C"/>
                  </a:gs>
                </a:gsLst>
                <a:lin ang="21110673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78B3A200-B2DF-2370-4F3E-AC5B20373C81}"/>
                  </a:ext>
                </a:extLst>
              </p:cNvPr>
              <p:cNvSpPr/>
              <p:nvPr/>
            </p:nvSpPr>
            <p:spPr>
              <a:xfrm>
                <a:off x="6752713" y="4314575"/>
                <a:ext cx="356477" cy="356477"/>
              </a:xfrm>
              <a:custGeom>
                <a:avLst/>
                <a:gdLst>
                  <a:gd name="connsiteX0" fmla="*/ 329627 w 356477"/>
                  <a:gd name="connsiteY0" fmla="*/ 84191 h 356477"/>
                  <a:gd name="connsiteX1" fmla="*/ 272287 w 356477"/>
                  <a:gd name="connsiteY1" fmla="*/ 329650 h 356477"/>
                  <a:gd name="connsiteX2" fmla="*/ 26828 w 356477"/>
                  <a:gd name="connsiteY2" fmla="*/ 272310 h 356477"/>
                  <a:gd name="connsiteX3" fmla="*/ 84168 w 356477"/>
                  <a:gd name="connsiteY3" fmla="*/ 26850 h 356477"/>
                  <a:gd name="connsiteX4" fmla="*/ 329627 w 356477"/>
                  <a:gd name="connsiteY4" fmla="*/ 84191 h 356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6477" h="356477">
                    <a:moveTo>
                      <a:pt x="329627" y="84191"/>
                    </a:moveTo>
                    <a:cubicBezTo>
                      <a:pt x="381539" y="167820"/>
                      <a:pt x="355916" y="277739"/>
                      <a:pt x="272287" y="329650"/>
                    </a:cubicBezTo>
                    <a:cubicBezTo>
                      <a:pt x="188657" y="381561"/>
                      <a:pt x="78739" y="355844"/>
                      <a:pt x="26828" y="272310"/>
                    </a:cubicBezTo>
                    <a:cubicBezTo>
                      <a:pt x="-25084" y="188680"/>
                      <a:pt x="634" y="78762"/>
                      <a:pt x="84168" y="26850"/>
                    </a:cubicBezTo>
                    <a:cubicBezTo>
                      <a:pt x="167798" y="-25061"/>
                      <a:pt x="277716" y="561"/>
                      <a:pt x="329627" y="84191"/>
                    </a:cubicBezTo>
                    <a:close/>
                  </a:path>
                </a:pathLst>
              </a:custGeom>
              <a:noFill/>
              <a:ln w="2667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grpSp>
            <p:nvGrpSpPr>
              <p:cNvPr id="99" name="Graphic 3567">
                <a:extLst>
                  <a:ext uri="{FF2B5EF4-FFF2-40B4-BE49-F238E27FC236}">
                    <a16:creationId xmlns:a16="http://schemas.microsoft.com/office/drawing/2014/main" id="{C5303D3E-8581-1E1A-CAEC-0AD6CCBE75B8}"/>
                  </a:ext>
                </a:extLst>
              </p:cNvPr>
              <p:cNvGrpSpPr/>
              <p:nvPr/>
            </p:nvGrpSpPr>
            <p:grpSpPr>
              <a:xfrm>
                <a:off x="6836725" y="4385087"/>
                <a:ext cx="198121" cy="232373"/>
                <a:chOff x="6836725" y="4385087"/>
                <a:chExt cx="198121" cy="232373"/>
              </a:xfrm>
              <a:solidFill>
                <a:srgbClr val="FFFFFF"/>
              </a:solidFill>
            </p:grpSpPr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093F5B71-97F3-F6E2-D46B-146401BDEE8B}"/>
                    </a:ext>
                  </a:extLst>
                </p:cNvPr>
                <p:cNvSpPr/>
                <p:nvPr/>
              </p:nvSpPr>
              <p:spPr>
                <a:xfrm>
                  <a:off x="6836725" y="4385087"/>
                  <a:ext cx="198121" cy="232373"/>
                </a:xfrm>
                <a:custGeom>
                  <a:avLst/>
                  <a:gdLst>
                    <a:gd name="connsiteX0" fmla="*/ 190466 w 198121"/>
                    <a:gd name="connsiteY0" fmla="*/ 60161 h 232373"/>
                    <a:gd name="connsiteX1" fmla="*/ 63307 w 198121"/>
                    <a:gd name="connsiteY1" fmla="*/ 6821 h 232373"/>
                    <a:gd name="connsiteX2" fmla="*/ 5205 w 198121"/>
                    <a:gd name="connsiteY2" fmla="*/ 130456 h 232373"/>
                    <a:gd name="connsiteX3" fmla="*/ 6729 w 198121"/>
                    <a:gd name="connsiteY3" fmla="*/ 134551 h 232373"/>
                    <a:gd name="connsiteX4" fmla="*/ 38447 w 198121"/>
                    <a:gd name="connsiteY4" fmla="*/ 176747 h 232373"/>
                    <a:gd name="connsiteX5" fmla="*/ 41019 w 198121"/>
                    <a:gd name="connsiteY5" fmla="*/ 232373 h 232373"/>
                    <a:gd name="connsiteX6" fmla="*/ 85786 w 198121"/>
                    <a:gd name="connsiteY6" fmla="*/ 196178 h 232373"/>
                    <a:gd name="connsiteX7" fmla="*/ 134840 w 198121"/>
                    <a:gd name="connsiteY7" fmla="*/ 190177 h 232373"/>
                    <a:gd name="connsiteX8" fmla="*/ 191419 w 198121"/>
                    <a:gd name="connsiteY8" fmla="*/ 62542 h 232373"/>
                    <a:gd name="connsiteX9" fmla="*/ 190466 w 198121"/>
                    <a:gd name="connsiteY9" fmla="*/ 60256 h 232373"/>
                    <a:gd name="connsiteX10" fmla="*/ 129125 w 198121"/>
                    <a:gd name="connsiteY10" fmla="*/ 175509 h 232373"/>
                    <a:gd name="connsiteX11" fmla="*/ 81405 w 198121"/>
                    <a:gd name="connsiteY11" fmla="*/ 179414 h 232373"/>
                    <a:gd name="connsiteX12" fmla="*/ 55306 w 198121"/>
                    <a:gd name="connsiteY12" fmla="*/ 200560 h 232373"/>
                    <a:gd name="connsiteX13" fmla="*/ 53782 w 198121"/>
                    <a:gd name="connsiteY13" fmla="*/ 168175 h 232373"/>
                    <a:gd name="connsiteX14" fmla="*/ 21397 w 198121"/>
                    <a:gd name="connsiteY14" fmla="*/ 128741 h 232373"/>
                    <a:gd name="connsiteX15" fmla="*/ 18826 w 198121"/>
                    <a:gd name="connsiteY15" fmla="*/ 121121 h 232373"/>
                    <a:gd name="connsiteX16" fmla="*/ 68927 w 198121"/>
                    <a:gd name="connsiteY16" fmla="*/ 21394 h 232373"/>
                    <a:gd name="connsiteX17" fmla="*/ 173988 w 198121"/>
                    <a:gd name="connsiteY17" fmla="*/ 62257 h 232373"/>
                    <a:gd name="connsiteX18" fmla="*/ 176559 w 198121"/>
                    <a:gd name="connsiteY18" fmla="*/ 68162 h 232373"/>
                    <a:gd name="connsiteX19" fmla="*/ 128934 w 198121"/>
                    <a:gd name="connsiteY19" fmla="*/ 175509 h 2323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98121" h="232373">
                      <a:moveTo>
                        <a:pt x="190466" y="60161"/>
                      </a:moveTo>
                      <a:cubicBezTo>
                        <a:pt x="169892" y="11107"/>
                        <a:pt x="113599" y="-12705"/>
                        <a:pt x="63307" y="6821"/>
                      </a:cubicBezTo>
                      <a:cubicBezTo>
                        <a:pt x="13682" y="26157"/>
                        <a:pt x="-11654" y="80830"/>
                        <a:pt x="5205" y="130456"/>
                      </a:cubicBezTo>
                      <a:cubicBezTo>
                        <a:pt x="5681" y="131789"/>
                        <a:pt x="6157" y="133123"/>
                        <a:pt x="6729" y="134551"/>
                      </a:cubicBezTo>
                      <a:cubicBezTo>
                        <a:pt x="13492" y="151887"/>
                        <a:pt x="24636" y="166174"/>
                        <a:pt x="38447" y="176747"/>
                      </a:cubicBezTo>
                      <a:lnTo>
                        <a:pt x="41019" y="232373"/>
                      </a:lnTo>
                      <a:lnTo>
                        <a:pt x="85786" y="196178"/>
                      </a:lnTo>
                      <a:cubicBezTo>
                        <a:pt x="101884" y="198274"/>
                        <a:pt x="118648" y="196464"/>
                        <a:pt x="134840" y="190177"/>
                      </a:cubicBezTo>
                      <a:cubicBezTo>
                        <a:pt x="185894" y="170270"/>
                        <a:pt x="211135" y="113120"/>
                        <a:pt x="191419" y="62542"/>
                      </a:cubicBezTo>
                      <a:cubicBezTo>
                        <a:pt x="191133" y="61780"/>
                        <a:pt x="190847" y="61018"/>
                        <a:pt x="190466" y="60256"/>
                      </a:cubicBezTo>
                      <a:close/>
                      <a:moveTo>
                        <a:pt x="129125" y="175509"/>
                      </a:moveTo>
                      <a:cubicBezTo>
                        <a:pt x="113313" y="181700"/>
                        <a:pt x="96835" y="182748"/>
                        <a:pt x="81405" y="179414"/>
                      </a:cubicBezTo>
                      <a:lnTo>
                        <a:pt x="55306" y="200560"/>
                      </a:lnTo>
                      <a:lnTo>
                        <a:pt x="53782" y="168175"/>
                      </a:lnTo>
                      <a:cubicBezTo>
                        <a:pt x="39495" y="159126"/>
                        <a:pt x="27970" y="145600"/>
                        <a:pt x="21397" y="128741"/>
                      </a:cubicBezTo>
                      <a:cubicBezTo>
                        <a:pt x="20445" y="126265"/>
                        <a:pt x="19588" y="123693"/>
                        <a:pt x="18826" y="121121"/>
                      </a:cubicBezTo>
                      <a:cubicBezTo>
                        <a:pt x="7396" y="80640"/>
                        <a:pt x="28732" y="37111"/>
                        <a:pt x="68927" y="21394"/>
                      </a:cubicBezTo>
                      <a:cubicBezTo>
                        <a:pt x="109694" y="5488"/>
                        <a:pt x="155414" y="23776"/>
                        <a:pt x="173988" y="62257"/>
                      </a:cubicBezTo>
                      <a:cubicBezTo>
                        <a:pt x="174940" y="64162"/>
                        <a:pt x="175798" y="66162"/>
                        <a:pt x="176559" y="68162"/>
                      </a:cubicBezTo>
                      <a:cubicBezTo>
                        <a:pt x="193133" y="110644"/>
                        <a:pt x="171797" y="158840"/>
                        <a:pt x="128934" y="1755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27201CD3-95F5-5016-77C9-D6C4CB2F3248}"/>
                    </a:ext>
                  </a:extLst>
                </p:cNvPr>
                <p:cNvSpPr/>
                <p:nvPr/>
              </p:nvSpPr>
              <p:spPr>
                <a:xfrm>
                  <a:off x="6880904" y="4451605"/>
                  <a:ext cx="112767" cy="67652"/>
                </a:xfrm>
                <a:custGeom>
                  <a:avLst/>
                  <a:gdLst>
                    <a:gd name="connsiteX0" fmla="*/ 104472 w 112767"/>
                    <a:gd name="connsiteY0" fmla="*/ 33934 h 67652"/>
                    <a:gd name="connsiteX1" fmla="*/ 86184 w 112767"/>
                    <a:gd name="connsiteY1" fmla="*/ 32695 h 67652"/>
                    <a:gd name="connsiteX2" fmla="*/ 81517 w 112767"/>
                    <a:gd name="connsiteY2" fmla="*/ 35839 h 67652"/>
                    <a:gd name="connsiteX3" fmla="*/ 77802 w 112767"/>
                    <a:gd name="connsiteY3" fmla="*/ 47459 h 67652"/>
                    <a:gd name="connsiteX4" fmla="*/ 73135 w 112767"/>
                    <a:gd name="connsiteY4" fmla="*/ 49936 h 67652"/>
                    <a:gd name="connsiteX5" fmla="*/ 50561 w 112767"/>
                    <a:gd name="connsiteY5" fmla="*/ 45840 h 67652"/>
                    <a:gd name="connsiteX6" fmla="*/ 31892 w 112767"/>
                    <a:gd name="connsiteY6" fmla="*/ 35267 h 67652"/>
                    <a:gd name="connsiteX7" fmla="*/ 31130 w 112767"/>
                    <a:gd name="connsiteY7" fmla="*/ 30314 h 67652"/>
                    <a:gd name="connsiteX8" fmla="*/ 33035 w 112767"/>
                    <a:gd name="connsiteY8" fmla="*/ 25075 h 67652"/>
                    <a:gd name="connsiteX9" fmla="*/ 33416 w 112767"/>
                    <a:gd name="connsiteY9" fmla="*/ 23647 h 67652"/>
                    <a:gd name="connsiteX10" fmla="*/ 33797 w 112767"/>
                    <a:gd name="connsiteY10" fmla="*/ 20408 h 67652"/>
                    <a:gd name="connsiteX11" fmla="*/ 32082 w 112767"/>
                    <a:gd name="connsiteY11" fmla="*/ 16503 h 67652"/>
                    <a:gd name="connsiteX12" fmla="*/ 18557 w 112767"/>
                    <a:gd name="connsiteY12" fmla="*/ 2501 h 67652"/>
                    <a:gd name="connsiteX13" fmla="*/ 11985 w 112767"/>
                    <a:gd name="connsiteY13" fmla="*/ 787 h 67652"/>
                    <a:gd name="connsiteX14" fmla="*/ 7603 w 112767"/>
                    <a:gd name="connsiteY14" fmla="*/ 2215 h 67652"/>
                    <a:gd name="connsiteX15" fmla="*/ 2650 w 112767"/>
                    <a:gd name="connsiteY15" fmla="*/ 7359 h 67652"/>
                    <a:gd name="connsiteX16" fmla="*/ 2079 w 112767"/>
                    <a:gd name="connsiteY16" fmla="*/ 29171 h 67652"/>
                    <a:gd name="connsiteX17" fmla="*/ 6270 w 112767"/>
                    <a:gd name="connsiteY17" fmla="*/ 36410 h 67652"/>
                    <a:gd name="connsiteX18" fmla="*/ 20462 w 112767"/>
                    <a:gd name="connsiteY18" fmla="*/ 48793 h 67652"/>
                    <a:gd name="connsiteX19" fmla="*/ 72373 w 112767"/>
                    <a:gd name="connsiteY19" fmla="*/ 67652 h 67652"/>
                    <a:gd name="connsiteX20" fmla="*/ 101710 w 112767"/>
                    <a:gd name="connsiteY20" fmla="*/ 62604 h 67652"/>
                    <a:gd name="connsiteX21" fmla="*/ 112759 w 112767"/>
                    <a:gd name="connsiteY21" fmla="*/ 45935 h 67652"/>
                    <a:gd name="connsiteX22" fmla="*/ 109902 w 112767"/>
                    <a:gd name="connsiteY22" fmla="*/ 34696 h 67652"/>
                    <a:gd name="connsiteX23" fmla="*/ 104568 w 112767"/>
                    <a:gd name="connsiteY23" fmla="*/ 33743 h 67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2767" h="67652">
                      <a:moveTo>
                        <a:pt x="104472" y="33934"/>
                      </a:moveTo>
                      <a:cubicBezTo>
                        <a:pt x="101710" y="33743"/>
                        <a:pt x="88470" y="32600"/>
                        <a:pt x="86184" y="32695"/>
                      </a:cubicBezTo>
                      <a:cubicBezTo>
                        <a:pt x="83803" y="32695"/>
                        <a:pt x="82184" y="32981"/>
                        <a:pt x="81517" y="35839"/>
                      </a:cubicBezTo>
                      <a:cubicBezTo>
                        <a:pt x="80850" y="38696"/>
                        <a:pt x="78469" y="45459"/>
                        <a:pt x="77802" y="47459"/>
                      </a:cubicBezTo>
                      <a:cubicBezTo>
                        <a:pt x="77040" y="49459"/>
                        <a:pt x="75802" y="50126"/>
                        <a:pt x="73135" y="49936"/>
                      </a:cubicBezTo>
                      <a:cubicBezTo>
                        <a:pt x="70468" y="49650"/>
                        <a:pt x="62277" y="50221"/>
                        <a:pt x="50561" y="45840"/>
                      </a:cubicBezTo>
                      <a:cubicBezTo>
                        <a:pt x="41512" y="42506"/>
                        <a:pt x="34083" y="36982"/>
                        <a:pt x="31892" y="35267"/>
                      </a:cubicBezTo>
                      <a:cubicBezTo>
                        <a:pt x="29701" y="33553"/>
                        <a:pt x="30368" y="31838"/>
                        <a:pt x="31130" y="30314"/>
                      </a:cubicBezTo>
                      <a:cubicBezTo>
                        <a:pt x="31797" y="28885"/>
                        <a:pt x="32368" y="26790"/>
                        <a:pt x="33035" y="25075"/>
                      </a:cubicBezTo>
                      <a:cubicBezTo>
                        <a:pt x="33225" y="24599"/>
                        <a:pt x="33321" y="24123"/>
                        <a:pt x="33416" y="23647"/>
                      </a:cubicBezTo>
                      <a:cubicBezTo>
                        <a:pt x="33606" y="22599"/>
                        <a:pt x="33702" y="21646"/>
                        <a:pt x="33797" y="20408"/>
                      </a:cubicBezTo>
                      <a:cubicBezTo>
                        <a:pt x="33987" y="18598"/>
                        <a:pt x="33130" y="17455"/>
                        <a:pt x="32082" y="16503"/>
                      </a:cubicBezTo>
                      <a:cubicBezTo>
                        <a:pt x="31130" y="15550"/>
                        <a:pt x="22272" y="6311"/>
                        <a:pt x="18557" y="2501"/>
                      </a:cubicBezTo>
                      <a:cubicBezTo>
                        <a:pt x="14937" y="-1309"/>
                        <a:pt x="13318" y="215"/>
                        <a:pt x="11985" y="787"/>
                      </a:cubicBezTo>
                      <a:cubicBezTo>
                        <a:pt x="10651" y="1263"/>
                        <a:pt x="9127" y="1644"/>
                        <a:pt x="7603" y="2215"/>
                      </a:cubicBezTo>
                      <a:cubicBezTo>
                        <a:pt x="6079" y="2787"/>
                        <a:pt x="3888" y="4311"/>
                        <a:pt x="2650" y="7359"/>
                      </a:cubicBezTo>
                      <a:cubicBezTo>
                        <a:pt x="1412" y="10407"/>
                        <a:pt x="-2303" y="18122"/>
                        <a:pt x="2079" y="29171"/>
                      </a:cubicBezTo>
                      <a:cubicBezTo>
                        <a:pt x="3126" y="31743"/>
                        <a:pt x="4555" y="34219"/>
                        <a:pt x="6270" y="36410"/>
                      </a:cubicBezTo>
                      <a:cubicBezTo>
                        <a:pt x="11604" y="43459"/>
                        <a:pt x="19128" y="48031"/>
                        <a:pt x="20462" y="48793"/>
                      </a:cubicBezTo>
                      <a:cubicBezTo>
                        <a:pt x="22176" y="49840"/>
                        <a:pt x="45798" y="67557"/>
                        <a:pt x="72373" y="67652"/>
                      </a:cubicBezTo>
                      <a:cubicBezTo>
                        <a:pt x="98948" y="67652"/>
                        <a:pt x="97710" y="64604"/>
                        <a:pt x="101710" y="62604"/>
                      </a:cubicBezTo>
                      <a:cubicBezTo>
                        <a:pt x="105711" y="60604"/>
                        <a:pt x="113045" y="51936"/>
                        <a:pt x="112759" y="45935"/>
                      </a:cubicBezTo>
                      <a:cubicBezTo>
                        <a:pt x="112664" y="39934"/>
                        <a:pt x="110854" y="35458"/>
                        <a:pt x="109902" y="34696"/>
                      </a:cubicBezTo>
                      <a:cubicBezTo>
                        <a:pt x="108949" y="34029"/>
                        <a:pt x="107235" y="34029"/>
                        <a:pt x="104568" y="337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</p:grp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BEA574A-9E09-37CF-82FE-DC95C7C33DC2}"/>
              </a:ext>
            </a:extLst>
          </p:cNvPr>
          <p:cNvSpPr/>
          <p:nvPr/>
        </p:nvSpPr>
        <p:spPr>
          <a:xfrm>
            <a:off x="3471117" y="3956958"/>
            <a:ext cx="91516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ALGORITHMS ON YOUTH BEHAVIOR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942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4" grpId="0" animBg="1"/>
      <p:bldP spid="24" grpId="0" animBg="1"/>
      <p:bldP spid="3673" grpId="0" animBg="1"/>
      <p:bldP spid="3674" grpId="0" animBg="1"/>
      <p:bldP spid="3748" grpId="0" animBg="1"/>
      <p:bldP spid="3738" grpId="0" animBg="1"/>
      <p:bldP spid="70" grpId="0"/>
      <p:bldP spid="71" grpId="0"/>
      <p:bldP spid="3680" grpId="0" animBg="1"/>
      <p:bldP spid="3681" grpId="0" animBg="1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1838F-E211-28B0-0DEE-53189ABB87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3F53D1-B689-FF16-C59D-0A70A718B708}"/>
              </a:ext>
            </a:extLst>
          </p:cNvPr>
          <p:cNvSpPr/>
          <p:nvPr/>
        </p:nvSpPr>
        <p:spPr bwMode="auto">
          <a:xfrm rot="5400000" flipH="1">
            <a:off x="6049880" y="-81658"/>
            <a:ext cx="92243" cy="12188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Inclusive Sans" pitchFamily="2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DD5007E-C461-EC89-6011-F642A4D9320E}"/>
              </a:ext>
            </a:extLst>
          </p:cNvPr>
          <p:cNvCxnSpPr>
            <a:cxnSpLocks/>
          </p:cNvCxnSpPr>
          <p:nvPr/>
        </p:nvCxnSpPr>
        <p:spPr>
          <a:xfrm>
            <a:off x="2671754" y="4669912"/>
            <a:ext cx="267148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AA66F9A-2033-914F-C697-36A1AC7F0A7D}"/>
              </a:ext>
            </a:extLst>
          </p:cNvPr>
          <p:cNvCxnSpPr>
            <a:cxnSpLocks/>
          </p:cNvCxnSpPr>
          <p:nvPr/>
        </p:nvCxnSpPr>
        <p:spPr>
          <a:xfrm>
            <a:off x="8482981" y="4669912"/>
            <a:ext cx="267148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8702EF-C15A-C6BD-3110-9DBAA9B96BDE}"/>
              </a:ext>
            </a:extLst>
          </p:cNvPr>
          <p:cNvSpPr txBox="1"/>
          <p:nvPr/>
        </p:nvSpPr>
        <p:spPr>
          <a:xfrm>
            <a:off x="2816956" y="1916570"/>
            <a:ext cx="749375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Inclusive Sans" pitchFamily="2" charset="0"/>
              </a:rPr>
              <a:t>“Today we will discuss the Impact of Social Media Algorithms on youth life and how they shape online experiences.”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A2C580-7F63-203A-D4F8-EDF58272E141}"/>
              </a:ext>
            </a:extLst>
          </p:cNvPr>
          <p:cNvSpPr txBox="1"/>
          <p:nvPr/>
        </p:nvSpPr>
        <p:spPr>
          <a:xfrm>
            <a:off x="3186851" y="3886064"/>
            <a:ext cx="30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rPr>
              <a:t>Vedhavathi Y 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F4E2E1-D7C4-F66C-DBCB-C0FEDCC4253D}"/>
              </a:ext>
            </a:extLst>
          </p:cNvPr>
          <p:cNvSpPr txBox="1"/>
          <p:nvPr/>
        </p:nvSpPr>
        <p:spPr>
          <a:xfrm>
            <a:off x="3186853" y="4299070"/>
            <a:ext cx="2413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Inclusive Sans" pitchFamily="2" charset="0"/>
                <a:cs typeface="Arial" pitchFamily="34" charset="0"/>
              </a:rPr>
              <a:t>01SU24CS167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DF27B1-9D4B-EDFD-DF27-57539F1B2C82}"/>
              </a:ext>
            </a:extLst>
          </p:cNvPr>
          <p:cNvSpPr txBox="1"/>
          <p:nvPr/>
        </p:nvSpPr>
        <p:spPr>
          <a:xfrm>
            <a:off x="3186851" y="4776868"/>
            <a:ext cx="2671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nclusive Sans" pitchFamily="2" charset="0"/>
                <a:cs typeface="Arial" pitchFamily="34" charset="0"/>
              </a:rPr>
              <a:t>Srinivas University Institute Of Engineering &amp; Technology, Mukka.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9B65B7-A008-8F42-DC72-DD63B90DE840}"/>
              </a:ext>
            </a:extLst>
          </p:cNvPr>
          <p:cNvSpPr txBox="1"/>
          <p:nvPr/>
        </p:nvSpPr>
        <p:spPr>
          <a:xfrm>
            <a:off x="8998079" y="3886064"/>
            <a:ext cx="175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rPr>
              <a:t>Surabhi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8EA695-41C6-31EE-447B-02D720044E13}"/>
              </a:ext>
            </a:extLst>
          </p:cNvPr>
          <p:cNvSpPr txBox="1"/>
          <p:nvPr/>
        </p:nvSpPr>
        <p:spPr>
          <a:xfrm>
            <a:off x="8998079" y="4299070"/>
            <a:ext cx="2591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Inclusive Sans" pitchFamily="2" charset="0"/>
                <a:cs typeface="Arial" pitchFamily="34" charset="0"/>
              </a:rPr>
              <a:t>01SU24CS155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EC669E-9F26-2362-DE67-0BBE6D08C065}"/>
              </a:ext>
            </a:extLst>
          </p:cNvPr>
          <p:cNvSpPr txBox="1"/>
          <p:nvPr/>
        </p:nvSpPr>
        <p:spPr>
          <a:xfrm>
            <a:off x="8998079" y="4776868"/>
            <a:ext cx="2777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nclusive Sans" pitchFamily="2" charset="0"/>
                <a:cs typeface="Arial" pitchFamily="34" charset="0"/>
              </a:rPr>
              <a:t>Srinivas University Institute Of Engineering &amp; Technology, Mukka.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4E1450-59DB-7BDD-55A5-3731804E30BF}"/>
              </a:ext>
            </a:extLst>
          </p:cNvPr>
          <p:cNvSpPr/>
          <p:nvPr/>
        </p:nvSpPr>
        <p:spPr bwMode="auto">
          <a:xfrm>
            <a:off x="6491939" y="3993826"/>
            <a:ext cx="2181672" cy="2181672"/>
          </a:xfrm>
          <a:prstGeom prst="ellipse">
            <a:avLst/>
          </a:prstGeom>
          <a:gradFill>
            <a:gsLst>
              <a:gs pos="50000">
                <a:schemeClr val="accent3"/>
              </a:gs>
              <a:gs pos="100000">
                <a:schemeClr val="accent2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Inclusive Sans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2D6636-DD4D-23F1-E228-A34163BF77F8}"/>
              </a:ext>
            </a:extLst>
          </p:cNvPr>
          <p:cNvGrpSpPr/>
          <p:nvPr/>
        </p:nvGrpSpPr>
        <p:grpSpPr>
          <a:xfrm>
            <a:off x="7306628" y="5858881"/>
            <a:ext cx="191709" cy="191709"/>
            <a:chOff x="7306628" y="5858881"/>
            <a:chExt cx="191709" cy="191709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FF9B36FE-9A6E-EC54-CD92-C79E59F7AA9D}"/>
                </a:ext>
              </a:extLst>
            </p:cNvPr>
            <p:cNvSpPr/>
            <p:nvPr/>
          </p:nvSpPr>
          <p:spPr bwMode="auto">
            <a:xfrm>
              <a:off x="7306628" y="5858881"/>
              <a:ext cx="191709" cy="1917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4CC50BC-3ED3-40A5-57C2-E631E961934B}"/>
                </a:ext>
              </a:extLst>
            </p:cNvPr>
            <p:cNvSpPr/>
            <p:nvPr/>
          </p:nvSpPr>
          <p:spPr bwMode="auto">
            <a:xfrm>
              <a:off x="7342107" y="5904652"/>
              <a:ext cx="120753" cy="100166"/>
            </a:xfrm>
            <a:custGeom>
              <a:avLst/>
              <a:gdLst>
                <a:gd name="connsiteX0" fmla="*/ 132722 w 180195"/>
                <a:gd name="connsiteY0" fmla="*/ 903 h 149475"/>
                <a:gd name="connsiteX1" fmla="*/ 152939 w 180195"/>
                <a:gd name="connsiteY1" fmla="*/ 12241 h 149475"/>
                <a:gd name="connsiteX2" fmla="*/ 174989 w 180195"/>
                <a:gd name="connsiteY2" fmla="*/ 4392 h 149475"/>
                <a:gd name="connsiteX3" fmla="*/ 163338 w 180195"/>
                <a:gd name="connsiteY3" fmla="*/ 23182 h 149475"/>
                <a:gd name="connsiteX4" fmla="*/ 180195 w 180195"/>
                <a:gd name="connsiteY4" fmla="*/ 18700 h 149475"/>
                <a:gd name="connsiteX5" fmla="*/ 166251 w 180195"/>
                <a:gd name="connsiteY5" fmla="*/ 34335 h 149475"/>
                <a:gd name="connsiteX6" fmla="*/ 162417 w 180195"/>
                <a:gd name="connsiteY6" fmla="*/ 42575 h 149475"/>
                <a:gd name="connsiteX7" fmla="*/ 128839 w 180195"/>
                <a:gd name="connsiteY7" fmla="*/ 120599 h 149475"/>
                <a:gd name="connsiteX8" fmla="*/ 71700 w 180195"/>
                <a:gd name="connsiteY8" fmla="*/ 148263 h 149475"/>
                <a:gd name="connsiteX9" fmla="*/ 6067 w 180195"/>
                <a:gd name="connsiteY9" fmla="*/ 137472 h 149475"/>
                <a:gd name="connsiteX10" fmla="*/ 0 w 180195"/>
                <a:gd name="connsiteY10" fmla="*/ 133398 h 149475"/>
                <a:gd name="connsiteX11" fmla="*/ 52520 w 180195"/>
                <a:gd name="connsiteY11" fmla="*/ 117129 h 149475"/>
                <a:gd name="connsiteX12" fmla="*/ 18080 w 180195"/>
                <a:gd name="connsiteY12" fmla="*/ 90854 h 149475"/>
                <a:gd name="connsiteX13" fmla="*/ 31994 w 180195"/>
                <a:gd name="connsiteY13" fmla="*/ 90854 h 149475"/>
                <a:gd name="connsiteX14" fmla="*/ 5222 w 180195"/>
                <a:gd name="connsiteY14" fmla="*/ 53441 h 149475"/>
                <a:gd name="connsiteX15" fmla="*/ 21098 w 180195"/>
                <a:gd name="connsiteY15" fmla="*/ 57773 h 149475"/>
                <a:gd name="connsiteX16" fmla="*/ 10760 w 180195"/>
                <a:gd name="connsiteY16" fmla="*/ 7366 h 149475"/>
                <a:gd name="connsiteX17" fmla="*/ 44234 w 180195"/>
                <a:gd name="connsiteY17" fmla="*/ 34606 h 149475"/>
                <a:gd name="connsiteX18" fmla="*/ 87064 w 180195"/>
                <a:gd name="connsiteY18" fmla="*/ 46106 h 149475"/>
                <a:gd name="connsiteX19" fmla="*/ 87064 w 180195"/>
                <a:gd name="connsiteY19" fmla="*/ 46077 h 149475"/>
                <a:gd name="connsiteX20" fmla="*/ 110548 w 180195"/>
                <a:gd name="connsiteY20" fmla="*/ 3080 h 149475"/>
                <a:gd name="connsiteX21" fmla="*/ 132722 w 180195"/>
                <a:gd name="connsiteY21" fmla="*/ 903 h 14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195" h="149475">
                  <a:moveTo>
                    <a:pt x="132722" y="903"/>
                  </a:moveTo>
                  <a:cubicBezTo>
                    <a:pt x="139749" y="2567"/>
                    <a:pt x="146451" y="6484"/>
                    <a:pt x="152939" y="12241"/>
                  </a:cubicBezTo>
                  <a:cubicBezTo>
                    <a:pt x="159671" y="9841"/>
                    <a:pt x="166855" y="7290"/>
                    <a:pt x="174989" y="4392"/>
                  </a:cubicBezTo>
                  <a:cubicBezTo>
                    <a:pt x="173343" y="12483"/>
                    <a:pt x="167533" y="16949"/>
                    <a:pt x="163338" y="23182"/>
                  </a:cubicBezTo>
                  <a:cubicBezTo>
                    <a:pt x="168755" y="21733"/>
                    <a:pt x="174173" y="20299"/>
                    <a:pt x="180195" y="18700"/>
                  </a:cubicBezTo>
                  <a:cubicBezTo>
                    <a:pt x="176693" y="25340"/>
                    <a:pt x="171503" y="29958"/>
                    <a:pt x="166251" y="34335"/>
                  </a:cubicBezTo>
                  <a:cubicBezTo>
                    <a:pt x="163428" y="36689"/>
                    <a:pt x="162508" y="39014"/>
                    <a:pt x="162417" y="42575"/>
                  </a:cubicBezTo>
                  <a:cubicBezTo>
                    <a:pt x="161648" y="73031"/>
                    <a:pt x="150630" y="99200"/>
                    <a:pt x="128839" y="120599"/>
                  </a:cubicBezTo>
                  <a:cubicBezTo>
                    <a:pt x="112946" y="136205"/>
                    <a:pt x="93780" y="145079"/>
                    <a:pt x="71700" y="148263"/>
                  </a:cubicBezTo>
                  <a:cubicBezTo>
                    <a:pt x="48581" y="151598"/>
                    <a:pt x="26789" y="148067"/>
                    <a:pt x="6067" y="137472"/>
                  </a:cubicBezTo>
                  <a:cubicBezTo>
                    <a:pt x="3940" y="136386"/>
                    <a:pt x="1932" y="135088"/>
                    <a:pt x="0" y="133398"/>
                  </a:cubicBezTo>
                  <a:cubicBezTo>
                    <a:pt x="18926" y="133579"/>
                    <a:pt x="36251" y="129473"/>
                    <a:pt x="52520" y="117129"/>
                  </a:cubicBezTo>
                  <a:cubicBezTo>
                    <a:pt x="35360" y="114940"/>
                    <a:pt x="24238" y="106715"/>
                    <a:pt x="18080" y="90854"/>
                  </a:cubicBezTo>
                  <a:lnTo>
                    <a:pt x="31994" y="90854"/>
                  </a:lnTo>
                  <a:cubicBezTo>
                    <a:pt x="15802" y="83384"/>
                    <a:pt x="5539" y="72305"/>
                    <a:pt x="5222" y="53441"/>
                  </a:cubicBezTo>
                  <a:cubicBezTo>
                    <a:pt x="10565" y="54905"/>
                    <a:pt x="15243" y="56172"/>
                    <a:pt x="21098" y="57773"/>
                  </a:cubicBezTo>
                  <a:cubicBezTo>
                    <a:pt x="4075" y="40387"/>
                    <a:pt x="725" y="23936"/>
                    <a:pt x="10760" y="7366"/>
                  </a:cubicBezTo>
                  <a:cubicBezTo>
                    <a:pt x="20313" y="18654"/>
                    <a:pt x="31240" y="28042"/>
                    <a:pt x="44234" y="34606"/>
                  </a:cubicBezTo>
                  <a:cubicBezTo>
                    <a:pt x="57318" y="41216"/>
                    <a:pt x="71188" y="45323"/>
                    <a:pt x="87064" y="46106"/>
                  </a:cubicBezTo>
                  <a:lnTo>
                    <a:pt x="87064" y="46077"/>
                  </a:lnTo>
                  <a:cubicBezTo>
                    <a:pt x="85570" y="26367"/>
                    <a:pt x="91728" y="10927"/>
                    <a:pt x="110548" y="3080"/>
                  </a:cubicBezTo>
                  <a:cubicBezTo>
                    <a:pt x="118343" y="-172"/>
                    <a:pt x="125696" y="-761"/>
                    <a:pt x="132722" y="90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85492AF-7BAF-AFAC-55DE-F4A0FA1F15A1}"/>
              </a:ext>
            </a:extLst>
          </p:cNvPr>
          <p:cNvGrpSpPr/>
          <p:nvPr/>
        </p:nvGrpSpPr>
        <p:grpSpPr>
          <a:xfrm>
            <a:off x="7667215" y="5858881"/>
            <a:ext cx="191709" cy="191709"/>
            <a:chOff x="7667215" y="5858881"/>
            <a:chExt cx="191709" cy="191709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0D8388DF-77C7-C0D3-D1A3-AD965FA739DB}"/>
                </a:ext>
              </a:extLst>
            </p:cNvPr>
            <p:cNvSpPr/>
            <p:nvPr/>
          </p:nvSpPr>
          <p:spPr bwMode="auto">
            <a:xfrm>
              <a:off x="7667215" y="5858881"/>
              <a:ext cx="191709" cy="1917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5A818EF-1B08-753C-534A-B0D5F9047DBA}"/>
                </a:ext>
              </a:extLst>
            </p:cNvPr>
            <p:cNvSpPr/>
            <p:nvPr/>
          </p:nvSpPr>
          <p:spPr bwMode="auto">
            <a:xfrm>
              <a:off x="7705526" y="5899644"/>
              <a:ext cx="115089" cy="110183"/>
            </a:xfrm>
            <a:custGeom>
              <a:avLst/>
              <a:gdLst>
                <a:gd name="connsiteX0" fmla="*/ 3198 w 197192"/>
                <a:gd name="connsiteY0" fmla="*/ 61676 h 188786"/>
                <a:gd name="connsiteX1" fmla="*/ 44081 w 197192"/>
                <a:gd name="connsiteY1" fmla="*/ 61676 h 188786"/>
                <a:gd name="connsiteX2" fmla="*/ 44601 w 197192"/>
                <a:gd name="connsiteY2" fmla="*/ 187775 h 188786"/>
                <a:gd name="connsiteX3" fmla="*/ 3230 w 197192"/>
                <a:gd name="connsiteY3" fmla="*/ 188295 h 188786"/>
                <a:gd name="connsiteX4" fmla="*/ 3198 w 197192"/>
                <a:gd name="connsiteY4" fmla="*/ 61676 h 188786"/>
                <a:gd name="connsiteX5" fmla="*/ 157095 w 197192"/>
                <a:gd name="connsiteY5" fmla="*/ 59052 h 188786"/>
                <a:gd name="connsiteX6" fmla="*/ 195919 w 197192"/>
                <a:gd name="connsiteY6" fmla="*/ 100814 h 188786"/>
                <a:gd name="connsiteX7" fmla="*/ 197111 w 197192"/>
                <a:gd name="connsiteY7" fmla="*/ 119662 h 188786"/>
                <a:gd name="connsiteX8" fmla="*/ 197166 w 197192"/>
                <a:gd name="connsiteY8" fmla="*/ 181965 h 188786"/>
                <a:gd name="connsiteX9" fmla="*/ 197166 w 197192"/>
                <a:gd name="connsiteY9" fmla="*/ 188229 h 188786"/>
                <a:gd name="connsiteX10" fmla="*/ 154863 w 197192"/>
                <a:gd name="connsiteY10" fmla="*/ 188229 h 188786"/>
                <a:gd name="connsiteX11" fmla="*/ 154863 w 197192"/>
                <a:gd name="connsiteY11" fmla="*/ 182409 h 188786"/>
                <a:gd name="connsiteX12" fmla="*/ 154755 w 197192"/>
                <a:gd name="connsiteY12" fmla="*/ 119024 h 188786"/>
                <a:gd name="connsiteX13" fmla="*/ 152652 w 197192"/>
                <a:gd name="connsiteY13" fmla="*/ 105789 h 188786"/>
                <a:gd name="connsiteX14" fmla="*/ 119344 w 197192"/>
                <a:gd name="connsiteY14" fmla="*/ 96728 h 188786"/>
                <a:gd name="connsiteX15" fmla="*/ 110446 w 197192"/>
                <a:gd name="connsiteY15" fmla="*/ 115652 h 188786"/>
                <a:gd name="connsiteX16" fmla="*/ 110446 w 197192"/>
                <a:gd name="connsiteY16" fmla="*/ 182289 h 188786"/>
                <a:gd name="connsiteX17" fmla="*/ 110446 w 197192"/>
                <a:gd name="connsiteY17" fmla="*/ 188337 h 188786"/>
                <a:gd name="connsiteX18" fmla="*/ 68532 w 197192"/>
                <a:gd name="connsiteY18" fmla="*/ 188337 h 188786"/>
                <a:gd name="connsiteX19" fmla="*/ 68532 w 197192"/>
                <a:gd name="connsiteY19" fmla="*/ 61675 h 188786"/>
                <a:gd name="connsiteX20" fmla="*/ 110185 w 197192"/>
                <a:gd name="connsiteY20" fmla="*/ 61675 h 188786"/>
                <a:gd name="connsiteX21" fmla="*/ 110185 w 197192"/>
                <a:gd name="connsiteY21" fmla="*/ 78150 h 188786"/>
                <a:gd name="connsiteX22" fmla="*/ 112667 w 197192"/>
                <a:gd name="connsiteY22" fmla="*/ 76102 h 188786"/>
                <a:gd name="connsiteX23" fmla="*/ 157095 w 197192"/>
                <a:gd name="connsiteY23" fmla="*/ 59052 h 188786"/>
                <a:gd name="connsiteX24" fmla="*/ 15499 w 197192"/>
                <a:gd name="connsiteY24" fmla="*/ 1249 h 188786"/>
                <a:gd name="connsiteX25" fmla="*/ 32538 w 197192"/>
                <a:gd name="connsiteY25" fmla="*/ 1293 h 188786"/>
                <a:gd name="connsiteX26" fmla="*/ 32549 w 197192"/>
                <a:gd name="connsiteY26" fmla="*/ 1293 h 188786"/>
                <a:gd name="connsiteX27" fmla="*/ 47516 w 197192"/>
                <a:gd name="connsiteY27" fmla="*/ 24836 h 188786"/>
                <a:gd name="connsiteX28" fmla="*/ 35139 w 197192"/>
                <a:gd name="connsiteY28" fmla="*/ 41526 h 188786"/>
                <a:gd name="connsiteX29" fmla="*/ 11695 w 197192"/>
                <a:gd name="connsiteY29" fmla="*/ 41190 h 188786"/>
                <a:gd name="connsiteX30" fmla="*/ 98 w 197192"/>
                <a:gd name="connsiteY30" fmla="*/ 20250 h 188786"/>
                <a:gd name="connsiteX31" fmla="*/ 15499 w 197192"/>
                <a:gd name="connsiteY31" fmla="*/ 1249 h 18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7192" h="188786">
                  <a:moveTo>
                    <a:pt x="3198" y="61676"/>
                  </a:moveTo>
                  <a:lnTo>
                    <a:pt x="44081" y="61676"/>
                  </a:lnTo>
                  <a:cubicBezTo>
                    <a:pt x="45175" y="65740"/>
                    <a:pt x="45598" y="178237"/>
                    <a:pt x="44601" y="187775"/>
                  </a:cubicBezTo>
                  <a:cubicBezTo>
                    <a:pt x="40731" y="188815"/>
                    <a:pt x="12778" y="189163"/>
                    <a:pt x="3230" y="188295"/>
                  </a:cubicBezTo>
                  <a:cubicBezTo>
                    <a:pt x="2178" y="184133"/>
                    <a:pt x="2091" y="66727"/>
                    <a:pt x="3198" y="61676"/>
                  </a:cubicBezTo>
                  <a:close/>
                  <a:moveTo>
                    <a:pt x="157095" y="59052"/>
                  </a:moveTo>
                  <a:cubicBezTo>
                    <a:pt x="181103" y="62487"/>
                    <a:pt x="192810" y="79992"/>
                    <a:pt x="195919" y="100814"/>
                  </a:cubicBezTo>
                  <a:cubicBezTo>
                    <a:pt x="196840" y="107024"/>
                    <a:pt x="197069" y="113377"/>
                    <a:pt x="197111" y="119662"/>
                  </a:cubicBezTo>
                  <a:cubicBezTo>
                    <a:pt x="197253" y="140430"/>
                    <a:pt x="197166" y="161197"/>
                    <a:pt x="197166" y="181965"/>
                  </a:cubicBezTo>
                  <a:lnTo>
                    <a:pt x="197166" y="188229"/>
                  </a:lnTo>
                  <a:lnTo>
                    <a:pt x="154863" y="188229"/>
                  </a:lnTo>
                  <a:cubicBezTo>
                    <a:pt x="154863" y="186268"/>
                    <a:pt x="154863" y="184339"/>
                    <a:pt x="154863" y="182409"/>
                  </a:cubicBezTo>
                  <a:cubicBezTo>
                    <a:pt x="154863" y="161284"/>
                    <a:pt x="154970" y="140148"/>
                    <a:pt x="154755" y="119024"/>
                  </a:cubicBezTo>
                  <a:cubicBezTo>
                    <a:pt x="154711" y="114590"/>
                    <a:pt x="154039" y="109983"/>
                    <a:pt x="152652" y="105789"/>
                  </a:cubicBezTo>
                  <a:cubicBezTo>
                    <a:pt x="147894" y="91385"/>
                    <a:pt x="130919" y="86875"/>
                    <a:pt x="119344" y="96728"/>
                  </a:cubicBezTo>
                  <a:cubicBezTo>
                    <a:pt x="113557" y="101670"/>
                    <a:pt x="110446" y="107924"/>
                    <a:pt x="110446" y="115652"/>
                  </a:cubicBezTo>
                  <a:cubicBezTo>
                    <a:pt x="110467" y="137861"/>
                    <a:pt x="110446" y="160080"/>
                    <a:pt x="110446" y="182289"/>
                  </a:cubicBezTo>
                  <a:cubicBezTo>
                    <a:pt x="110446" y="184230"/>
                    <a:pt x="110446" y="186169"/>
                    <a:pt x="110446" y="188337"/>
                  </a:cubicBezTo>
                  <a:lnTo>
                    <a:pt x="68532" y="188337"/>
                  </a:lnTo>
                  <a:lnTo>
                    <a:pt x="68532" y="61675"/>
                  </a:lnTo>
                  <a:lnTo>
                    <a:pt x="110185" y="61675"/>
                  </a:lnTo>
                  <a:lnTo>
                    <a:pt x="110185" y="78150"/>
                  </a:lnTo>
                  <a:cubicBezTo>
                    <a:pt x="111486" y="77098"/>
                    <a:pt x="112234" y="76709"/>
                    <a:pt x="112667" y="76102"/>
                  </a:cubicBezTo>
                  <a:cubicBezTo>
                    <a:pt x="123756" y="60722"/>
                    <a:pt x="139288" y="56504"/>
                    <a:pt x="157095" y="59052"/>
                  </a:cubicBezTo>
                  <a:close/>
                  <a:moveTo>
                    <a:pt x="15499" y="1249"/>
                  </a:moveTo>
                  <a:cubicBezTo>
                    <a:pt x="21212" y="-429"/>
                    <a:pt x="26859" y="-419"/>
                    <a:pt x="32538" y="1293"/>
                  </a:cubicBezTo>
                  <a:lnTo>
                    <a:pt x="32549" y="1293"/>
                  </a:lnTo>
                  <a:cubicBezTo>
                    <a:pt x="41470" y="3981"/>
                    <a:pt x="47516" y="12415"/>
                    <a:pt x="47516" y="24836"/>
                  </a:cubicBezTo>
                  <a:cubicBezTo>
                    <a:pt x="47257" y="31133"/>
                    <a:pt x="43290" y="37777"/>
                    <a:pt x="35139" y="41526"/>
                  </a:cubicBezTo>
                  <a:cubicBezTo>
                    <a:pt x="27357" y="45114"/>
                    <a:pt x="19445" y="45060"/>
                    <a:pt x="11695" y="41190"/>
                  </a:cubicBezTo>
                  <a:cubicBezTo>
                    <a:pt x="3924" y="37310"/>
                    <a:pt x="-748" y="28813"/>
                    <a:pt x="98" y="20250"/>
                  </a:cubicBezTo>
                  <a:cubicBezTo>
                    <a:pt x="987" y="11211"/>
                    <a:pt x="7132" y="3710"/>
                    <a:pt x="15499" y="124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228CB7C2-7F32-67CC-78DA-85922F03CD72}"/>
              </a:ext>
            </a:extLst>
          </p:cNvPr>
          <p:cNvSpPr/>
          <p:nvPr/>
        </p:nvSpPr>
        <p:spPr bwMode="auto">
          <a:xfrm>
            <a:off x="834660" y="3993826"/>
            <a:ext cx="2181672" cy="2181672"/>
          </a:xfrm>
          <a:prstGeom prst="ellipse">
            <a:avLst/>
          </a:prstGeom>
          <a:gradFill>
            <a:gsLst>
              <a:gs pos="50000">
                <a:schemeClr val="accent3"/>
              </a:gs>
              <a:gs pos="100000">
                <a:schemeClr val="accent2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Inclusive Sans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4B5F99-8257-2975-1F47-5F29E8CDFCB7}"/>
              </a:ext>
            </a:extLst>
          </p:cNvPr>
          <p:cNvGrpSpPr/>
          <p:nvPr/>
        </p:nvGrpSpPr>
        <p:grpSpPr>
          <a:xfrm>
            <a:off x="1691638" y="5858881"/>
            <a:ext cx="191709" cy="191709"/>
            <a:chOff x="1691638" y="5858881"/>
            <a:chExt cx="191709" cy="19170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51F3B75-E009-DD57-5097-A8C4DF4771ED}"/>
                </a:ext>
              </a:extLst>
            </p:cNvPr>
            <p:cNvSpPr/>
            <p:nvPr/>
          </p:nvSpPr>
          <p:spPr bwMode="auto">
            <a:xfrm>
              <a:off x="1691638" y="5858881"/>
              <a:ext cx="191709" cy="1917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8C2329E-28D3-5585-433B-F55823B348FE}"/>
                </a:ext>
              </a:extLst>
            </p:cNvPr>
            <p:cNvSpPr/>
            <p:nvPr/>
          </p:nvSpPr>
          <p:spPr bwMode="auto">
            <a:xfrm>
              <a:off x="1727117" y="5904653"/>
              <a:ext cx="120753" cy="100167"/>
            </a:xfrm>
            <a:custGeom>
              <a:avLst/>
              <a:gdLst>
                <a:gd name="connsiteX0" fmla="*/ 132722 w 180195"/>
                <a:gd name="connsiteY0" fmla="*/ 903 h 149475"/>
                <a:gd name="connsiteX1" fmla="*/ 152939 w 180195"/>
                <a:gd name="connsiteY1" fmla="*/ 12241 h 149475"/>
                <a:gd name="connsiteX2" fmla="*/ 174989 w 180195"/>
                <a:gd name="connsiteY2" fmla="*/ 4392 h 149475"/>
                <a:gd name="connsiteX3" fmla="*/ 163338 w 180195"/>
                <a:gd name="connsiteY3" fmla="*/ 23182 h 149475"/>
                <a:gd name="connsiteX4" fmla="*/ 180195 w 180195"/>
                <a:gd name="connsiteY4" fmla="*/ 18700 h 149475"/>
                <a:gd name="connsiteX5" fmla="*/ 166251 w 180195"/>
                <a:gd name="connsiteY5" fmla="*/ 34335 h 149475"/>
                <a:gd name="connsiteX6" fmla="*/ 162417 w 180195"/>
                <a:gd name="connsiteY6" fmla="*/ 42575 h 149475"/>
                <a:gd name="connsiteX7" fmla="*/ 128839 w 180195"/>
                <a:gd name="connsiteY7" fmla="*/ 120599 h 149475"/>
                <a:gd name="connsiteX8" fmla="*/ 71700 w 180195"/>
                <a:gd name="connsiteY8" fmla="*/ 148263 h 149475"/>
                <a:gd name="connsiteX9" fmla="*/ 6067 w 180195"/>
                <a:gd name="connsiteY9" fmla="*/ 137472 h 149475"/>
                <a:gd name="connsiteX10" fmla="*/ 0 w 180195"/>
                <a:gd name="connsiteY10" fmla="*/ 133398 h 149475"/>
                <a:gd name="connsiteX11" fmla="*/ 52520 w 180195"/>
                <a:gd name="connsiteY11" fmla="*/ 117129 h 149475"/>
                <a:gd name="connsiteX12" fmla="*/ 18080 w 180195"/>
                <a:gd name="connsiteY12" fmla="*/ 90854 h 149475"/>
                <a:gd name="connsiteX13" fmla="*/ 31994 w 180195"/>
                <a:gd name="connsiteY13" fmla="*/ 90854 h 149475"/>
                <a:gd name="connsiteX14" fmla="*/ 5222 w 180195"/>
                <a:gd name="connsiteY14" fmla="*/ 53441 h 149475"/>
                <a:gd name="connsiteX15" fmla="*/ 21098 w 180195"/>
                <a:gd name="connsiteY15" fmla="*/ 57773 h 149475"/>
                <a:gd name="connsiteX16" fmla="*/ 10760 w 180195"/>
                <a:gd name="connsiteY16" fmla="*/ 7366 h 149475"/>
                <a:gd name="connsiteX17" fmla="*/ 44234 w 180195"/>
                <a:gd name="connsiteY17" fmla="*/ 34606 h 149475"/>
                <a:gd name="connsiteX18" fmla="*/ 87064 w 180195"/>
                <a:gd name="connsiteY18" fmla="*/ 46106 h 149475"/>
                <a:gd name="connsiteX19" fmla="*/ 87064 w 180195"/>
                <a:gd name="connsiteY19" fmla="*/ 46077 h 149475"/>
                <a:gd name="connsiteX20" fmla="*/ 110548 w 180195"/>
                <a:gd name="connsiteY20" fmla="*/ 3080 h 149475"/>
                <a:gd name="connsiteX21" fmla="*/ 132722 w 180195"/>
                <a:gd name="connsiteY21" fmla="*/ 903 h 14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195" h="149475">
                  <a:moveTo>
                    <a:pt x="132722" y="903"/>
                  </a:moveTo>
                  <a:cubicBezTo>
                    <a:pt x="139749" y="2567"/>
                    <a:pt x="146451" y="6484"/>
                    <a:pt x="152939" y="12241"/>
                  </a:cubicBezTo>
                  <a:cubicBezTo>
                    <a:pt x="159671" y="9841"/>
                    <a:pt x="166855" y="7290"/>
                    <a:pt x="174989" y="4392"/>
                  </a:cubicBezTo>
                  <a:cubicBezTo>
                    <a:pt x="173343" y="12483"/>
                    <a:pt x="167533" y="16949"/>
                    <a:pt x="163338" y="23182"/>
                  </a:cubicBezTo>
                  <a:cubicBezTo>
                    <a:pt x="168755" y="21733"/>
                    <a:pt x="174173" y="20299"/>
                    <a:pt x="180195" y="18700"/>
                  </a:cubicBezTo>
                  <a:cubicBezTo>
                    <a:pt x="176693" y="25340"/>
                    <a:pt x="171503" y="29958"/>
                    <a:pt x="166251" y="34335"/>
                  </a:cubicBezTo>
                  <a:cubicBezTo>
                    <a:pt x="163428" y="36689"/>
                    <a:pt x="162508" y="39014"/>
                    <a:pt x="162417" y="42575"/>
                  </a:cubicBezTo>
                  <a:cubicBezTo>
                    <a:pt x="161648" y="73031"/>
                    <a:pt x="150630" y="99200"/>
                    <a:pt x="128839" y="120599"/>
                  </a:cubicBezTo>
                  <a:cubicBezTo>
                    <a:pt x="112946" y="136205"/>
                    <a:pt x="93780" y="145079"/>
                    <a:pt x="71700" y="148263"/>
                  </a:cubicBezTo>
                  <a:cubicBezTo>
                    <a:pt x="48581" y="151598"/>
                    <a:pt x="26789" y="148067"/>
                    <a:pt x="6067" y="137472"/>
                  </a:cubicBezTo>
                  <a:cubicBezTo>
                    <a:pt x="3940" y="136386"/>
                    <a:pt x="1932" y="135088"/>
                    <a:pt x="0" y="133398"/>
                  </a:cubicBezTo>
                  <a:cubicBezTo>
                    <a:pt x="18926" y="133579"/>
                    <a:pt x="36251" y="129473"/>
                    <a:pt x="52520" y="117129"/>
                  </a:cubicBezTo>
                  <a:cubicBezTo>
                    <a:pt x="35360" y="114940"/>
                    <a:pt x="24238" y="106715"/>
                    <a:pt x="18080" y="90854"/>
                  </a:cubicBezTo>
                  <a:lnTo>
                    <a:pt x="31994" y="90854"/>
                  </a:lnTo>
                  <a:cubicBezTo>
                    <a:pt x="15802" y="83384"/>
                    <a:pt x="5539" y="72305"/>
                    <a:pt x="5222" y="53441"/>
                  </a:cubicBezTo>
                  <a:cubicBezTo>
                    <a:pt x="10565" y="54905"/>
                    <a:pt x="15243" y="56172"/>
                    <a:pt x="21098" y="57773"/>
                  </a:cubicBezTo>
                  <a:cubicBezTo>
                    <a:pt x="4075" y="40387"/>
                    <a:pt x="725" y="23936"/>
                    <a:pt x="10760" y="7366"/>
                  </a:cubicBezTo>
                  <a:cubicBezTo>
                    <a:pt x="20313" y="18654"/>
                    <a:pt x="31240" y="28042"/>
                    <a:pt x="44234" y="34606"/>
                  </a:cubicBezTo>
                  <a:cubicBezTo>
                    <a:pt x="57318" y="41216"/>
                    <a:pt x="71188" y="45323"/>
                    <a:pt x="87064" y="46106"/>
                  </a:cubicBezTo>
                  <a:lnTo>
                    <a:pt x="87064" y="46077"/>
                  </a:lnTo>
                  <a:cubicBezTo>
                    <a:pt x="85570" y="26367"/>
                    <a:pt x="91728" y="10927"/>
                    <a:pt x="110548" y="3080"/>
                  </a:cubicBezTo>
                  <a:cubicBezTo>
                    <a:pt x="118343" y="-172"/>
                    <a:pt x="125696" y="-761"/>
                    <a:pt x="132722" y="90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AB9C1D4-BD44-8B78-7885-C26F5BD1F736}"/>
              </a:ext>
            </a:extLst>
          </p:cNvPr>
          <p:cNvGrpSpPr/>
          <p:nvPr/>
        </p:nvGrpSpPr>
        <p:grpSpPr>
          <a:xfrm>
            <a:off x="2052224" y="5858881"/>
            <a:ext cx="191709" cy="191709"/>
            <a:chOff x="2052224" y="5858881"/>
            <a:chExt cx="191709" cy="19170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552D9B0-B653-9061-BB86-64355CDB50BF}"/>
                </a:ext>
              </a:extLst>
            </p:cNvPr>
            <p:cNvSpPr/>
            <p:nvPr/>
          </p:nvSpPr>
          <p:spPr bwMode="auto">
            <a:xfrm>
              <a:off x="2052224" y="5858881"/>
              <a:ext cx="191709" cy="1917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313EA8C-831F-4758-2F5C-27D364848D86}"/>
                </a:ext>
              </a:extLst>
            </p:cNvPr>
            <p:cNvSpPr/>
            <p:nvPr/>
          </p:nvSpPr>
          <p:spPr bwMode="auto">
            <a:xfrm>
              <a:off x="2090535" y="5899645"/>
              <a:ext cx="115088" cy="110183"/>
            </a:xfrm>
            <a:custGeom>
              <a:avLst/>
              <a:gdLst>
                <a:gd name="connsiteX0" fmla="*/ 3198 w 197192"/>
                <a:gd name="connsiteY0" fmla="*/ 61676 h 188786"/>
                <a:gd name="connsiteX1" fmla="*/ 44081 w 197192"/>
                <a:gd name="connsiteY1" fmla="*/ 61676 h 188786"/>
                <a:gd name="connsiteX2" fmla="*/ 44601 w 197192"/>
                <a:gd name="connsiteY2" fmla="*/ 187775 h 188786"/>
                <a:gd name="connsiteX3" fmla="*/ 3230 w 197192"/>
                <a:gd name="connsiteY3" fmla="*/ 188295 h 188786"/>
                <a:gd name="connsiteX4" fmla="*/ 3198 w 197192"/>
                <a:gd name="connsiteY4" fmla="*/ 61676 h 188786"/>
                <a:gd name="connsiteX5" fmla="*/ 157095 w 197192"/>
                <a:gd name="connsiteY5" fmla="*/ 59052 h 188786"/>
                <a:gd name="connsiteX6" fmla="*/ 195919 w 197192"/>
                <a:gd name="connsiteY6" fmla="*/ 100814 h 188786"/>
                <a:gd name="connsiteX7" fmla="*/ 197111 w 197192"/>
                <a:gd name="connsiteY7" fmla="*/ 119662 h 188786"/>
                <a:gd name="connsiteX8" fmla="*/ 197166 w 197192"/>
                <a:gd name="connsiteY8" fmla="*/ 181965 h 188786"/>
                <a:gd name="connsiteX9" fmla="*/ 197166 w 197192"/>
                <a:gd name="connsiteY9" fmla="*/ 188229 h 188786"/>
                <a:gd name="connsiteX10" fmla="*/ 154863 w 197192"/>
                <a:gd name="connsiteY10" fmla="*/ 188229 h 188786"/>
                <a:gd name="connsiteX11" fmla="*/ 154863 w 197192"/>
                <a:gd name="connsiteY11" fmla="*/ 182409 h 188786"/>
                <a:gd name="connsiteX12" fmla="*/ 154755 w 197192"/>
                <a:gd name="connsiteY12" fmla="*/ 119024 h 188786"/>
                <a:gd name="connsiteX13" fmla="*/ 152652 w 197192"/>
                <a:gd name="connsiteY13" fmla="*/ 105789 h 188786"/>
                <a:gd name="connsiteX14" fmla="*/ 119344 w 197192"/>
                <a:gd name="connsiteY14" fmla="*/ 96728 h 188786"/>
                <a:gd name="connsiteX15" fmla="*/ 110446 w 197192"/>
                <a:gd name="connsiteY15" fmla="*/ 115652 h 188786"/>
                <a:gd name="connsiteX16" fmla="*/ 110446 w 197192"/>
                <a:gd name="connsiteY16" fmla="*/ 182289 h 188786"/>
                <a:gd name="connsiteX17" fmla="*/ 110446 w 197192"/>
                <a:gd name="connsiteY17" fmla="*/ 188337 h 188786"/>
                <a:gd name="connsiteX18" fmla="*/ 68532 w 197192"/>
                <a:gd name="connsiteY18" fmla="*/ 188337 h 188786"/>
                <a:gd name="connsiteX19" fmla="*/ 68532 w 197192"/>
                <a:gd name="connsiteY19" fmla="*/ 61675 h 188786"/>
                <a:gd name="connsiteX20" fmla="*/ 110185 w 197192"/>
                <a:gd name="connsiteY20" fmla="*/ 61675 h 188786"/>
                <a:gd name="connsiteX21" fmla="*/ 110185 w 197192"/>
                <a:gd name="connsiteY21" fmla="*/ 78150 h 188786"/>
                <a:gd name="connsiteX22" fmla="*/ 112667 w 197192"/>
                <a:gd name="connsiteY22" fmla="*/ 76102 h 188786"/>
                <a:gd name="connsiteX23" fmla="*/ 157095 w 197192"/>
                <a:gd name="connsiteY23" fmla="*/ 59052 h 188786"/>
                <a:gd name="connsiteX24" fmla="*/ 15499 w 197192"/>
                <a:gd name="connsiteY24" fmla="*/ 1249 h 188786"/>
                <a:gd name="connsiteX25" fmla="*/ 32538 w 197192"/>
                <a:gd name="connsiteY25" fmla="*/ 1293 h 188786"/>
                <a:gd name="connsiteX26" fmla="*/ 32549 w 197192"/>
                <a:gd name="connsiteY26" fmla="*/ 1293 h 188786"/>
                <a:gd name="connsiteX27" fmla="*/ 47516 w 197192"/>
                <a:gd name="connsiteY27" fmla="*/ 24836 h 188786"/>
                <a:gd name="connsiteX28" fmla="*/ 35139 w 197192"/>
                <a:gd name="connsiteY28" fmla="*/ 41526 h 188786"/>
                <a:gd name="connsiteX29" fmla="*/ 11695 w 197192"/>
                <a:gd name="connsiteY29" fmla="*/ 41190 h 188786"/>
                <a:gd name="connsiteX30" fmla="*/ 98 w 197192"/>
                <a:gd name="connsiteY30" fmla="*/ 20250 h 188786"/>
                <a:gd name="connsiteX31" fmla="*/ 15499 w 197192"/>
                <a:gd name="connsiteY31" fmla="*/ 1249 h 18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7192" h="188786">
                  <a:moveTo>
                    <a:pt x="3198" y="61676"/>
                  </a:moveTo>
                  <a:lnTo>
                    <a:pt x="44081" y="61676"/>
                  </a:lnTo>
                  <a:cubicBezTo>
                    <a:pt x="45175" y="65740"/>
                    <a:pt x="45598" y="178237"/>
                    <a:pt x="44601" y="187775"/>
                  </a:cubicBezTo>
                  <a:cubicBezTo>
                    <a:pt x="40731" y="188815"/>
                    <a:pt x="12778" y="189163"/>
                    <a:pt x="3230" y="188295"/>
                  </a:cubicBezTo>
                  <a:cubicBezTo>
                    <a:pt x="2178" y="184133"/>
                    <a:pt x="2091" y="66727"/>
                    <a:pt x="3198" y="61676"/>
                  </a:cubicBezTo>
                  <a:close/>
                  <a:moveTo>
                    <a:pt x="157095" y="59052"/>
                  </a:moveTo>
                  <a:cubicBezTo>
                    <a:pt x="181103" y="62487"/>
                    <a:pt x="192810" y="79992"/>
                    <a:pt x="195919" y="100814"/>
                  </a:cubicBezTo>
                  <a:cubicBezTo>
                    <a:pt x="196840" y="107024"/>
                    <a:pt x="197069" y="113377"/>
                    <a:pt x="197111" y="119662"/>
                  </a:cubicBezTo>
                  <a:cubicBezTo>
                    <a:pt x="197253" y="140430"/>
                    <a:pt x="197166" y="161197"/>
                    <a:pt x="197166" y="181965"/>
                  </a:cubicBezTo>
                  <a:lnTo>
                    <a:pt x="197166" y="188229"/>
                  </a:lnTo>
                  <a:lnTo>
                    <a:pt x="154863" y="188229"/>
                  </a:lnTo>
                  <a:cubicBezTo>
                    <a:pt x="154863" y="186268"/>
                    <a:pt x="154863" y="184339"/>
                    <a:pt x="154863" y="182409"/>
                  </a:cubicBezTo>
                  <a:cubicBezTo>
                    <a:pt x="154863" y="161284"/>
                    <a:pt x="154970" y="140148"/>
                    <a:pt x="154755" y="119024"/>
                  </a:cubicBezTo>
                  <a:cubicBezTo>
                    <a:pt x="154711" y="114590"/>
                    <a:pt x="154039" y="109983"/>
                    <a:pt x="152652" y="105789"/>
                  </a:cubicBezTo>
                  <a:cubicBezTo>
                    <a:pt x="147894" y="91385"/>
                    <a:pt x="130919" y="86875"/>
                    <a:pt x="119344" y="96728"/>
                  </a:cubicBezTo>
                  <a:cubicBezTo>
                    <a:pt x="113557" y="101670"/>
                    <a:pt x="110446" y="107924"/>
                    <a:pt x="110446" y="115652"/>
                  </a:cubicBezTo>
                  <a:cubicBezTo>
                    <a:pt x="110467" y="137861"/>
                    <a:pt x="110446" y="160080"/>
                    <a:pt x="110446" y="182289"/>
                  </a:cubicBezTo>
                  <a:cubicBezTo>
                    <a:pt x="110446" y="184230"/>
                    <a:pt x="110446" y="186169"/>
                    <a:pt x="110446" y="188337"/>
                  </a:cubicBezTo>
                  <a:lnTo>
                    <a:pt x="68532" y="188337"/>
                  </a:lnTo>
                  <a:lnTo>
                    <a:pt x="68532" y="61675"/>
                  </a:lnTo>
                  <a:lnTo>
                    <a:pt x="110185" y="61675"/>
                  </a:lnTo>
                  <a:lnTo>
                    <a:pt x="110185" y="78150"/>
                  </a:lnTo>
                  <a:cubicBezTo>
                    <a:pt x="111486" y="77098"/>
                    <a:pt x="112234" y="76709"/>
                    <a:pt x="112667" y="76102"/>
                  </a:cubicBezTo>
                  <a:cubicBezTo>
                    <a:pt x="123756" y="60722"/>
                    <a:pt x="139288" y="56504"/>
                    <a:pt x="157095" y="59052"/>
                  </a:cubicBezTo>
                  <a:close/>
                  <a:moveTo>
                    <a:pt x="15499" y="1249"/>
                  </a:moveTo>
                  <a:cubicBezTo>
                    <a:pt x="21212" y="-429"/>
                    <a:pt x="26859" y="-419"/>
                    <a:pt x="32538" y="1293"/>
                  </a:cubicBezTo>
                  <a:lnTo>
                    <a:pt x="32549" y="1293"/>
                  </a:lnTo>
                  <a:cubicBezTo>
                    <a:pt x="41470" y="3981"/>
                    <a:pt x="47516" y="12415"/>
                    <a:pt x="47516" y="24836"/>
                  </a:cubicBezTo>
                  <a:cubicBezTo>
                    <a:pt x="47257" y="31133"/>
                    <a:pt x="43290" y="37777"/>
                    <a:pt x="35139" y="41526"/>
                  </a:cubicBezTo>
                  <a:cubicBezTo>
                    <a:pt x="27357" y="45114"/>
                    <a:pt x="19445" y="45060"/>
                    <a:pt x="11695" y="41190"/>
                  </a:cubicBezTo>
                  <a:cubicBezTo>
                    <a:pt x="3924" y="37310"/>
                    <a:pt x="-748" y="28813"/>
                    <a:pt x="98" y="20250"/>
                  </a:cubicBezTo>
                  <a:cubicBezTo>
                    <a:pt x="987" y="11211"/>
                    <a:pt x="7132" y="3710"/>
                    <a:pt x="15499" y="124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C30CFA-4C83-8CE7-49EC-73115B2B1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3" y="4062960"/>
            <a:ext cx="1829603" cy="2043404"/>
          </a:xfrm>
          <a:prstGeom prst="flowChartConnector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0B32F7-54CF-BE18-E134-B9F2A9E04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0" b="50815"/>
          <a:stretch>
            <a:fillRect/>
          </a:stretch>
        </p:blipFill>
        <p:spPr>
          <a:xfrm>
            <a:off x="6613280" y="4095497"/>
            <a:ext cx="1938989" cy="2002081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209092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4" grpId="0"/>
      <p:bldP spid="45" grpId="0"/>
      <p:bldP spid="46" grpId="0"/>
      <p:bldP spid="58" grpId="0"/>
      <p:bldP spid="59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F01F4-73AE-0F45-B90C-D8947D45B7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71ECB-0BF5-7DC3-5E5E-118E6C273C68}"/>
              </a:ext>
            </a:extLst>
          </p:cNvPr>
          <p:cNvSpPr txBox="1"/>
          <p:nvPr/>
        </p:nvSpPr>
        <p:spPr>
          <a:xfrm>
            <a:off x="998103" y="2875115"/>
            <a:ext cx="212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o-RO"/>
            </a:defPPr>
            <a:lvl1pPr>
              <a:defRPr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defRPr>
            </a:lvl1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0DA30-F8C2-C7F4-CCC0-547A5681DE71}"/>
              </a:ext>
            </a:extLst>
          </p:cNvPr>
          <p:cNvSpPr txBox="1"/>
          <p:nvPr/>
        </p:nvSpPr>
        <p:spPr>
          <a:xfrm>
            <a:off x="227985" y="2134429"/>
            <a:ext cx="1269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Inclusive Sans" pitchFamily="2" charset="0"/>
                <a:cs typeface="Calibri" panose="020F0502020204030204" pitchFamily="34" charset="0"/>
              </a:rPr>
              <a:t>01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797EDE-9F2C-2AAC-AA86-1D48EC753893}"/>
              </a:ext>
            </a:extLst>
          </p:cNvPr>
          <p:cNvGrpSpPr/>
          <p:nvPr/>
        </p:nvGrpSpPr>
        <p:grpSpPr>
          <a:xfrm>
            <a:off x="839955" y="2909234"/>
            <a:ext cx="45720" cy="1566437"/>
            <a:chOff x="839955" y="2909234"/>
            <a:chExt cx="45720" cy="156643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BCB5C4-1277-F902-2B42-D1F08E88E571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5" y="3279188"/>
              <a:ext cx="0" cy="1196483"/>
            </a:xfrm>
            <a:prstGeom prst="line">
              <a:avLst/>
            </a:prstGeom>
            <a:ln w="254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6A976DB-23E4-7FFF-BFA9-78354D76E420}"/>
                </a:ext>
              </a:extLst>
            </p:cNvPr>
            <p:cNvSpPr/>
            <p:nvPr/>
          </p:nvSpPr>
          <p:spPr bwMode="auto">
            <a:xfrm>
              <a:off x="839955" y="2909234"/>
              <a:ext cx="45720" cy="7399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1033" name="TextBox 1032">
            <a:extLst>
              <a:ext uri="{FF2B5EF4-FFF2-40B4-BE49-F238E27FC236}">
                <a16:creationId xmlns:a16="http://schemas.microsoft.com/office/drawing/2014/main" id="{5C373652-AF18-683A-2540-DCF0279AC870}"/>
              </a:ext>
            </a:extLst>
          </p:cNvPr>
          <p:cNvSpPr txBox="1"/>
          <p:nvPr/>
        </p:nvSpPr>
        <p:spPr>
          <a:xfrm>
            <a:off x="2701734" y="5219448"/>
            <a:ext cx="251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o-RO"/>
            </a:defPPr>
            <a:lvl1pPr>
              <a:defRPr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defRPr>
            </a:lvl1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 Statement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912DA6C6-1014-11A4-A37A-085CC688BA4A}"/>
              </a:ext>
            </a:extLst>
          </p:cNvPr>
          <p:cNvSpPr txBox="1"/>
          <p:nvPr/>
        </p:nvSpPr>
        <p:spPr>
          <a:xfrm>
            <a:off x="1914726" y="4536354"/>
            <a:ext cx="1269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/>
                </a:solidFill>
                <a:latin typeface="Inclusive Sans" pitchFamily="2" charset="0"/>
                <a:cs typeface="Calibri" panose="020F0502020204030204" pitchFamily="34" charset="0"/>
              </a:rPr>
              <a:t>02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6CB1D8-4614-800C-A367-00A8E5DEF862}"/>
              </a:ext>
            </a:extLst>
          </p:cNvPr>
          <p:cNvGrpSpPr/>
          <p:nvPr/>
        </p:nvGrpSpPr>
        <p:grpSpPr>
          <a:xfrm>
            <a:off x="2526696" y="5311159"/>
            <a:ext cx="45720" cy="1566437"/>
            <a:chOff x="2526696" y="5311159"/>
            <a:chExt cx="45720" cy="1566437"/>
          </a:xfrm>
        </p:grpSpPr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B9E1E0EE-B900-A244-B9A4-D364A10FB185}"/>
                </a:ext>
              </a:extLst>
            </p:cNvPr>
            <p:cNvCxnSpPr>
              <a:cxnSpLocks/>
            </p:cNvCxnSpPr>
            <p:nvPr/>
          </p:nvCxnSpPr>
          <p:spPr>
            <a:xfrm>
              <a:off x="2549556" y="5681113"/>
              <a:ext cx="0" cy="1196483"/>
            </a:xfrm>
            <a:prstGeom prst="line">
              <a:avLst/>
            </a:prstGeom>
            <a:ln w="254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FD843A71-D6B7-1D55-CD71-197E88863D11}"/>
                </a:ext>
              </a:extLst>
            </p:cNvPr>
            <p:cNvSpPr/>
            <p:nvPr/>
          </p:nvSpPr>
          <p:spPr bwMode="auto">
            <a:xfrm>
              <a:off x="2526696" y="5311159"/>
              <a:ext cx="45720" cy="7399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1041" name="TextBox 1040">
            <a:extLst>
              <a:ext uri="{FF2B5EF4-FFF2-40B4-BE49-F238E27FC236}">
                <a16:creationId xmlns:a16="http://schemas.microsoft.com/office/drawing/2014/main" id="{AE03A9C6-DC02-7AF1-3F7E-96B4279BC636}"/>
              </a:ext>
            </a:extLst>
          </p:cNvPr>
          <p:cNvSpPr txBox="1"/>
          <p:nvPr/>
        </p:nvSpPr>
        <p:spPr>
          <a:xfrm>
            <a:off x="4326550" y="2875115"/>
            <a:ext cx="2651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o-RO"/>
            </a:defPPr>
            <a:lvl1pPr>
              <a:defRPr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defRPr>
            </a:lvl1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are Social 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Media Algorithms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BBD28ED4-A269-658E-41A7-8D26B4C3BDDD}"/>
              </a:ext>
            </a:extLst>
          </p:cNvPr>
          <p:cNvSpPr txBox="1"/>
          <p:nvPr/>
        </p:nvSpPr>
        <p:spPr>
          <a:xfrm>
            <a:off x="3601467" y="2134429"/>
            <a:ext cx="1269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/>
                </a:solidFill>
                <a:latin typeface="Inclusive Sans" pitchFamily="2" charset="0"/>
                <a:cs typeface="Calibri" panose="020F0502020204030204" pitchFamily="34" charset="0"/>
              </a:rPr>
              <a:t>03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528A21-5E6C-3B97-8A07-1BB615E9CD3C}"/>
              </a:ext>
            </a:extLst>
          </p:cNvPr>
          <p:cNvGrpSpPr/>
          <p:nvPr/>
        </p:nvGrpSpPr>
        <p:grpSpPr>
          <a:xfrm>
            <a:off x="4213437" y="2909234"/>
            <a:ext cx="45720" cy="1566437"/>
            <a:chOff x="4213437" y="2909234"/>
            <a:chExt cx="45720" cy="1566437"/>
          </a:xfrm>
        </p:grpSpPr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5170FF54-9273-D144-81C4-01D2E09551BF}"/>
                </a:ext>
              </a:extLst>
            </p:cNvPr>
            <p:cNvCxnSpPr>
              <a:cxnSpLocks/>
            </p:cNvCxnSpPr>
            <p:nvPr/>
          </p:nvCxnSpPr>
          <p:spPr>
            <a:xfrm>
              <a:off x="4236297" y="3279188"/>
              <a:ext cx="0" cy="1196483"/>
            </a:xfrm>
            <a:prstGeom prst="line">
              <a:avLst/>
            </a:prstGeom>
            <a:ln w="254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71232AC8-0FD8-EADA-5A60-FC413AC2AEB5}"/>
                </a:ext>
              </a:extLst>
            </p:cNvPr>
            <p:cNvSpPr/>
            <p:nvPr/>
          </p:nvSpPr>
          <p:spPr bwMode="auto">
            <a:xfrm>
              <a:off x="4213437" y="2909234"/>
              <a:ext cx="45720" cy="7399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1049" name="TextBox 1048">
            <a:extLst>
              <a:ext uri="{FF2B5EF4-FFF2-40B4-BE49-F238E27FC236}">
                <a16:creationId xmlns:a16="http://schemas.microsoft.com/office/drawing/2014/main" id="{D8245D8C-0732-5779-E1A5-9115867817EF}"/>
              </a:ext>
            </a:extLst>
          </p:cNvPr>
          <p:cNvSpPr txBox="1"/>
          <p:nvPr/>
        </p:nvSpPr>
        <p:spPr>
          <a:xfrm>
            <a:off x="6075216" y="5233737"/>
            <a:ext cx="2421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o-RO"/>
            </a:defPPr>
            <a:lvl1pPr>
              <a:defRPr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defRPr>
            </a:lvl1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Positive &amp; Negative Impact of Social Media Algorithm.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AF6F8865-ABEC-7048-5D01-20B947359EE4}"/>
              </a:ext>
            </a:extLst>
          </p:cNvPr>
          <p:cNvSpPr txBox="1"/>
          <p:nvPr/>
        </p:nvSpPr>
        <p:spPr>
          <a:xfrm>
            <a:off x="5288208" y="4536354"/>
            <a:ext cx="1269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Inclusive Sans" pitchFamily="2" charset="0"/>
                <a:cs typeface="Calibri" panose="020F0502020204030204" pitchFamily="34" charset="0"/>
              </a:rPr>
              <a:t>04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3652B5-E054-0010-D1A1-E16DF770E3A0}"/>
              </a:ext>
            </a:extLst>
          </p:cNvPr>
          <p:cNvGrpSpPr/>
          <p:nvPr/>
        </p:nvGrpSpPr>
        <p:grpSpPr>
          <a:xfrm>
            <a:off x="5900178" y="5311159"/>
            <a:ext cx="45720" cy="1566437"/>
            <a:chOff x="5900178" y="5311159"/>
            <a:chExt cx="45720" cy="1566437"/>
          </a:xfrm>
        </p:grpSpPr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DA9AD3DA-713D-123D-36A7-849F90874FD8}"/>
                </a:ext>
              </a:extLst>
            </p:cNvPr>
            <p:cNvCxnSpPr>
              <a:cxnSpLocks/>
            </p:cNvCxnSpPr>
            <p:nvPr/>
          </p:nvCxnSpPr>
          <p:spPr>
            <a:xfrm>
              <a:off x="5923038" y="5681113"/>
              <a:ext cx="0" cy="1196483"/>
            </a:xfrm>
            <a:prstGeom prst="line">
              <a:avLst/>
            </a:prstGeom>
            <a:ln w="254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D865AD8F-4714-DF7A-FEE8-3DD6FF8038B4}"/>
                </a:ext>
              </a:extLst>
            </p:cNvPr>
            <p:cNvSpPr/>
            <p:nvPr/>
          </p:nvSpPr>
          <p:spPr bwMode="auto">
            <a:xfrm>
              <a:off x="5900178" y="5311159"/>
              <a:ext cx="45720" cy="7399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0643C48-ED05-6729-1E8B-7988A99C49FD}"/>
              </a:ext>
            </a:extLst>
          </p:cNvPr>
          <p:cNvSpPr txBox="1"/>
          <p:nvPr/>
        </p:nvSpPr>
        <p:spPr>
          <a:xfrm>
            <a:off x="7757616" y="2829736"/>
            <a:ext cx="2192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o-RO"/>
            </a:defPPr>
            <a:lvl1pPr>
              <a:defRPr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defRPr>
            </a:lvl1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Real-Life Effects &amp;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to Minimize Negative Impact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A5991A3D-5E42-7343-8956-E17E0CB1C260}"/>
              </a:ext>
            </a:extLst>
          </p:cNvPr>
          <p:cNvSpPr txBox="1"/>
          <p:nvPr/>
        </p:nvSpPr>
        <p:spPr>
          <a:xfrm>
            <a:off x="6974949" y="2134429"/>
            <a:ext cx="1269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/>
                </a:solidFill>
                <a:latin typeface="Inclusive Sans" pitchFamily="2" charset="0"/>
                <a:cs typeface="Calibri" panose="020F0502020204030204" pitchFamily="34" charset="0"/>
              </a:rPr>
              <a:t>05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B4D606-4473-A524-EF5A-93B8016F2D06}"/>
              </a:ext>
            </a:extLst>
          </p:cNvPr>
          <p:cNvGrpSpPr/>
          <p:nvPr/>
        </p:nvGrpSpPr>
        <p:grpSpPr>
          <a:xfrm>
            <a:off x="7586919" y="2909234"/>
            <a:ext cx="45720" cy="1566437"/>
            <a:chOff x="7586919" y="2909234"/>
            <a:chExt cx="45720" cy="1566437"/>
          </a:xfrm>
        </p:grpSpPr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5F84F99F-8F6D-2B15-D5AC-5424EA251420}"/>
                </a:ext>
              </a:extLst>
            </p:cNvPr>
            <p:cNvCxnSpPr>
              <a:cxnSpLocks/>
            </p:cNvCxnSpPr>
            <p:nvPr/>
          </p:nvCxnSpPr>
          <p:spPr>
            <a:xfrm>
              <a:off x="7609779" y="3279188"/>
              <a:ext cx="0" cy="1196483"/>
            </a:xfrm>
            <a:prstGeom prst="line">
              <a:avLst/>
            </a:prstGeom>
            <a:ln w="254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22BD5EB7-6DF5-61E0-0AA8-B823F8DF0830}"/>
                </a:ext>
              </a:extLst>
            </p:cNvPr>
            <p:cNvSpPr/>
            <p:nvPr/>
          </p:nvSpPr>
          <p:spPr bwMode="auto">
            <a:xfrm>
              <a:off x="7586919" y="2909234"/>
              <a:ext cx="45720" cy="7399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1065" name="TextBox 1064">
            <a:extLst>
              <a:ext uri="{FF2B5EF4-FFF2-40B4-BE49-F238E27FC236}">
                <a16:creationId xmlns:a16="http://schemas.microsoft.com/office/drawing/2014/main" id="{C4029EB3-D6B7-EC63-8277-BD1A7B6598BB}"/>
              </a:ext>
            </a:extLst>
          </p:cNvPr>
          <p:cNvSpPr txBox="1"/>
          <p:nvPr/>
        </p:nvSpPr>
        <p:spPr>
          <a:xfrm>
            <a:off x="9376921" y="5219448"/>
            <a:ext cx="1945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o-RO"/>
            </a:defPPr>
            <a:lvl1pPr>
              <a:defRPr>
                <a:solidFill>
                  <a:schemeClr val="accent3">
                    <a:lumMod val="75000"/>
                  </a:schemeClr>
                </a:solidFill>
                <a:latin typeface="Inclusive Sans" pitchFamily="2" charset="0"/>
                <a:cs typeface="Arial" pitchFamily="34" charset="0"/>
              </a:defRPr>
            </a:lvl1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 &amp; References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0337F958-0C59-3AB9-784E-D8DEAAC099E0}"/>
              </a:ext>
            </a:extLst>
          </p:cNvPr>
          <p:cNvSpPr txBox="1"/>
          <p:nvPr/>
        </p:nvSpPr>
        <p:spPr>
          <a:xfrm>
            <a:off x="8661692" y="4536354"/>
            <a:ext cx="1269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/>
                </a:solidFill>
                <a:latin typeface="Inclusive Sans" pitchFamily="2" charset="0"/>
                <a:cs typeface="Calibri" panose="020F0502020204030204" pitchFamily="34" charset="0"/>
              </a:rPr>
              <a:t>06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725DDE-B457-E869-76CC-4F88C270E96D}"/>
              </a:ext>
            </a:extLst>
          </p:cNvPr>
          <p:cNvGrpSpPr/>
          <p:nvPr/>
        </p:nvGrpSpPr>
        <p:grpSpPr>
          <a:xfrm>
            <a:off x="9273662" y="5311159"/>
            <a:ext cx="45720" cy="1566437"/>
            <a:chOff x="9273662" y="5311159"/>
            <a:chExt cx="45720" cy="1566437"/>
          </a:xfrm>
        </p:grpSpPr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B78D79F1-A56B-D90F-E52A-B5810578AF92}"/>
                </a:ext>
              </a:extLst>
            </p:cNvPr>
            <p:cNvCxnSpPr>
              <a:cxnSpLocks/>
            </p:cNvCxnSpPr>
            <p:nvPr/>
          </p:nvCxnSpPr>
          <p:spPr>
            <a:xfrm>
              <a:off x="9296522" y="5681113"/>
              <a:ext cx="0" cy="1196483"/>
            </a:xfrm>
            <a:prstGeom prst="line">
              <a:avLst/>
            </a:prstGeom>
            <a:ln w="254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5AB83E84-6CF7-471F-5518-251ECCA4963F}"/>
                </a:ext>
              </a:extLst>
            </p:cNvPr>
            <p:cNvSpPr/>
            <p:nvPr/>
          </p:nvSpPr>
          <p:spPr bwMode="auto">
            <a:xfrm>
              <a:off x="9273662" y="5311159"/>
              <a:ext cx="45720" cy="7399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762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033" grpId="0"/>
      <p:bldP spid="1030" grpId="0"/>
      <p:bldP spid="1041" grpId="0"/>
      <p:bldP spid="1038" grpId="0"/>
      <p:bldP spid="1049" grpId="0"/>
      <p:bldP spid="1046" grpId="0"/>
      <p:bldP spid="1057" grpId="0"/>
      <p:bldP spid="1054" grpId="0"/>
      <p:bldP spid="1065" grpId="0"/>
      <p:bldP spid="10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E844A1-87B0-FA8F-FC2B-0AAFDFDFCD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71665" y="393164"/>
            <a:ext cx="9125339" cy="1006429"/>
          </a:xfrm>
        </p:spPr>
        <p:txBody>
          <a:bodyPr/>
          <a:lstStyle/>
          <a:p>
            <a:r>
              <a:rPr lang="en-US" sz="6600" dirty="0">
                <a:solidFill>
                  <a:srgbClr val="004474"/>
                </a:solidFill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D271B-8175-8512-BEF4-AF7F8A2573B5}"/>
              </a:ext>
            </a:extLst>
          </p:cNvPr>
          <p:cNvSpPr txBox="1"/>
          <p:nvPr/>
        </p:nvSpPr>
        <p:spPr>
          <a:xfrm>
            <a:off x="354564" y="1399593"/>
            <a:ext cx="11579289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Arial" pitchFamily="34" charset="0"/>
                <a:cs typeface="Arial" pitchFamily="34" charset="0"/>
              </a:rPr>
              <a:t>    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Social media platforms are widely used by youth worldwide.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Platforms such as Instagram, Facebook, and YouTube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 use algorithms to recommend personalized content.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These algorithms analyze user activities like likes,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 shares, comments, and watch time.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Continuous exposure to recommended content may 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Influence the opinions, interests, and behavior of 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young users.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This study analyzes how social media algorithms affect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youth behavior and decision-making.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6E248-E4A5-3FAB-F30C-7EE4CA167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44"/>
          <a:stretch>
            <a:fillRect/>
          </a:stretch>
        </p:blipFill>
        <p:spPr>
          <a:xfrm>
            <a:off x="8201608" y="2547257"/>
            <a:ext cx="3635828" cy="30837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739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09F1DE-2B65-FDC0-2041-F9D6E7272D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6956" y="485734"/>
            <a:ext cx="7154181" cy="923330"/>
          </a:xfrm>
        </p:spPr>
        <p:txBody>
          <a:bodyPr/>
          <a:lstStyle/>
          <a:p>
            <a:r>
              <a:rPr lang="en-US" sz="6000" dirty="0"/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B99B6-055E-27C6-DF6A-A8FDF1DB4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64"/>
          <a:stretch>
            <a:fillRect/>
          </a:stretch>
        </p:blipFill>
        <p:spPr>
          <a:xfrm>
            <a:off x="7842865" y="1762230"/>
            <a:ext cx="3736425" cy="45280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9FD942-5C27-F6CE-4017-2C835C5409E2}"/>
              </a:ext>
            </a:extLst>
          </p:cNvPr>
          <p:cNvSpPr txBox="1"/>
          <p:nvPr/>
        </p:nvSpPr>
        <p:spPr>
          <a:xfrm>
            <a:off x="2286000" y="1868142"/>
            <a:ext cx="505719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Social media usage among youth is increasing rapidly.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Social media platforms use algorithms to recommend content.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Continuous exposure to recommended content may influence youth behavior and lifestyle.</a:t>
            </a:r>
          </a:p>
        </p:txBody>
      </p:sp>
    </p:spTree>
    <p:extLst>
      <p:ext uri="{BB962C8B-B14F-4D97-AF65-F5344CB8AC3E}">
        <p14:creationId xmlns:p14="http://schemas.microsoft.com/office/powerpoint/2010/main" val="393842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2D05F-B47F-138B-2ABC-E7716434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What are Social Media Algorithm.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10A0C-392D-EAE6-7119-8E026056E646}"/>
              </a:ext>
            </a:extLst>
          </p:cNvPr>
          <p:cNvSpPr txBox="1"/>
          <p:nvPr/>
        </p:nvSpPr>
        <p:spPr>
          <a:xfrm flipH="1">
            <a:off x="438536" y="1422537"/>
            <a:ext cx="6204859" cy="4536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Algorithms decide what content appears on your social media feed.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personalize content based on your likes, shares, and interactions.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Aim to keep users engaged by showing content you are likely to watch or like.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744744-88D2-AC6C-44AD-5E2989D1F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385" y="3915095"/>
            <a:ext cx="5069633" cy="2534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E97DB8-E834-68C0-E40E-BFD93A1F2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83" y="1083194"/>
            <a:ext cx="4831838" cy="253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0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BF2A-7417-7FCA-EF48-AF9D3F8D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82A5-0670-C806-BC8B-C8609747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Positive Impacts of Social Media Algorithms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BAEC1-4A8A-67AB-1E62-2FC38941C255}"/>
              </a:ext>
            </a:extLst>
          </p:cNvPr>
          <p:cNvSpPr txBox="1"/>
          <p:nvPr/>
        </p:nvSpPr>
        <p:spPr>
          <a:xfrm flipH="1">
            <a:off x="5626359" y="1734627"/>
            <a:ext cx="5682343" cy="389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Helps youth connect with friends and communities easily.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Shows personalized content for learning, hobbies, and interests.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Keeps users aware of trends and global events.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277E7-AE14-F290-E0D4-DDB3B06DC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59" y="1500577"/>
            <a:ext cx="4767008" cy="477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2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9C24-A7F6-8B86-439E-36A95598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5F4D-2168-C78E-7496-7D229920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Negative Impacts of Social Media Algorithms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B789A3-E6AF-BEA5-4054-8CF3FF95B16C}"/>
              </a:ext>
            </a:extLst>
          </p:cNvPr>
          <p:cNvSpPr txBox="1"/>
          <p:nvPr/>
        </p:nvSpPr>
        <p:spPr>
          <a:xfrm flipH="1">
            <a:off x="5626359" y="1734627"/>
            <a:ext cx="5682343" cy="389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cause addiction and excessive screen time.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May lead to anxiety, low self-esteem, and social comparison.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Spreads misinformation and privacy concerns.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9AA7B-FACB-9990-C58E-E77A4B99F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0" r="11169"/>
          <a:stretch>
            <a:fillRect/>
          </a:stretch>
        </p:blipFill>
        <p:spPr>
          <a:xfrm>
            <a:off x="457200" y="1734627"/>
            <a:ext cx="5038531" cy="418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4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B1686-0B45-8D94-1E26-D8477464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68CB-8B17-01E5-36FE-2A00C3C8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Real-life Effects on Youth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CB4F3-635B-CDC9-48D7-B2EAD0E1C491}"/>
              </a:ext>
            </a:extLst>
          </p:cNvPr>
          <p:cNvSpPr txBox="1"/>
          <p:nvPr/>
        </p:nvSpPr>
        <p:spPr>
          <a:xfrm flipH="1">
            <a:off x="4637314" y="2021003"/>
            <a:ext cx="5682343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Sleep disruption and reduced focus on studies due to late-night scrolling.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Peer pressure and social comparison affecting confidence.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Pressure to gain likes/followers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→ mental stress and anxiety.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A5BEE-5B1A-1885-9E51-CC837E122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0" t="31402" r="37800" b="40953"/>
          <a:stretch>
            <a:fillRect/>
          </a:stretch>
        </p:blipFill>
        <p:spPr>
          <a:xfrm>
            <a:off x="1621969" y="1141211"/>
            <a:ext cx="2410407" cy="2479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CA08A8-BD97-18E4-0B75-4A23ADABE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91" t="58380" r="15820" b="10338"/>
          <a:stretch>
            <a:fillRect/>
          </a:stretch>
        </p:blipFill>
        <p:spPr>
          <a:xfrm>
            <a:off x="1713723" y="3694923"/>
            <a:ext cx="2267341" cy="258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7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C01ADD-7B13-20E0-1134-ACD9F8C296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922" y="698979"/>
            <a:ext cx="10739535" cy="757130"/>
          </a:xfrm>
        </p:spPr>
        <p:txBody>
          <a:bodyPr/>
          <a:lstStyle/>
          <a:p>
            <a:r>
              <a:rPr lang="en-US" sz="4800" dirty="0">
                <a:solidFill>
                  <a:srgbClr val="002D4D"/>
                </a:solidFill>
              </a:rPr>
              <a:t>How to Minimize Negative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E91B9-DC74-F260-FFD0-D7825958EADC}"/>
              </a:ext>
            </a:extLst>
          </p:cNvPr>
          <p:cNvSpPr txBox="1"/>
          <p:nvPr/>
        </p:nvSpPr>
        <p:spPr>
          <a:xfrm>
            <a:off x="1082351" y="1810138"/>
            <a:ext cx="46559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Limit screen time and take regular breaks from social media.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Follow positive and educational content instead of only trends.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Be aware of algorithm influence on your mood and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C3586-2890-9A8D-AD61-640F9E9AB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722" y="1629817"/>
            <a:ext cx="4330959" cy="433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8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DD1C91-0A45-F628-BCC9-AA192BBBCD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73A38-0013-F5B5-D90B-8F430ACF3755}"/>
              </a:ext>
            </a:extLst>
          </p:cNvPr>
          <p:cNvSpPr txBox="1"/>
          <p:nvPr/>
        </p:nvSpPr>
        <p:spPr>
          <a:xfrm>
            <a:off x="4817696" y="2276670"/>
            <a:ext cx="62515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Social media algorithms affect youth both positively and negatively.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Awareness and responsible usage are key to a healthy digital life.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Balance between online engagement and real-life activities is essential.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FC021-B8DB-1305-7B62-D99481AB2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29" y="1964697"/>
            <a:ext cx="4403267" cy="402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24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059936-6BE7-415C-FE7C-8724D5F4BD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4945" y="554447"/>
            <a:ext cx="5627083" cy="1214307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87CBD-5450-A42A-7886-E6B8DA46E6BA}"/>
              </a:ext>
            </a:extLst>
          </p:cNvPr>
          <p:cNvSpPr txBox="1"/>
          <p:nvPr/>
        </p:nvSpPr>
        <p:spPr>
          <a:xfrm>
            <a:off x="951722" y="1875453"/>
            <a:ext cx="93212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Smith, J. (2023). Impact of Social Media on Youth Mental Health. Social Science Journal.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Patel, R. (2022). Understanding Social Media Algorithms. Tech Review Online.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Kumar, A. (2021). Digital Habits of Teenagers. Youth Studies Report.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UNICEF. (2022). Youth and Digital Media: Opportunities and Risks. www.unicef.org⁠�</a:t>
            </a:r>
          </a:p>
        </p:txBody>
      </p:sp>
    </p:spTree>
    <p:extLst>
      <p:ext uri="{BB962C8B-B14F-4D97-AF65-F5344CB8AC3E}">
        <p14:creationId xmlns:p14="http://schemas.microsoft.com/office/powerpoint/2010/main" val="3211974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75AC54-0C6B-064A-459C-FF337262930E}"/>
              </a:ext>
            </a:extLst>
          </p:cNvPr>
          <p:cNvSpPr/>
          <p:nvPr/>
        </p:nvSpPr>
        <p:spPr>
          <a:xfrm>
            <a:off x="688479" y="1451311"/>
            <a:ext cx="601453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 Questions?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3296D-B250-FEA5-8918-DB5B265727BF}"/>
              </a:ext>
            </a:extLst>
          </p:cNvPr>
          <p:cNvSpPr txBox="1"/>
          <p:nvPr/>
        </p:nvSpPr>
        <p:spPr>
          <a:xfrm>
            <a:off x="2867607" y="2521012"/>
            <a:ext cx="5598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“</a:t>
            </a:r>
            <a:r>
              <a:rPr lang="en-US" sz="2800">
                <a:latin typeface="Arial" pitchFamily="34" charset="0"/>
                <a:cs typeface="Arial" pitchFamily="34" charset="0"/>
              </a:rPr>
              <a:t>We would be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happy to answer </a:t>
            </a:r>
            <a:r>
              <a:rPr lang="en-US" sz="2800">
                <a:latin typeface="Arial" pitchFamily="34" charset="0"/>
                <a:cs typeface="Arial" pitchFamily="34" charset="0"/>
              </a:rPr>
              <a:t>any questions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you have </a:t>
            </a:r>
            <a:r>
              <a:rPr lang="en-US" sz="2800">
                <a:latin typeface="Arial" pitchFamily="34" charset="0"/>
                <a:cs typeface="Arial" pitchFamily="34" charset="0"/>
              </a:rPr>
              <a:t>about </a:t>
            </a:r>
          </a:p>
          <a:p>
            <a:r>
              <a:rPr lang="en-US" sz="2800">
                <a:latin typeface="Arial" pitchFamily="34" charset="0"/>
                <a:cs typeface="Arial" pitchFamily="34" charset="0"/>
              </a:rPr>
              <a:t>our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presentation.”</a:t>
            </a:r>
          </a:p>
        </p:txBody>
      </p:sp>
    </p:spTree>
    <p:extLst>
      <p:ext uri="{BB962C8B-B14F-4D97-AF65-F5344CB8AC3E}">
        <p14:creationId xmlns:p14="http://schemas.microsoft.com/office/powerpoint/2010/main" val="1746729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Oval 159">
            <a:extLst>
              <a:ext uri="{FF2B5EF4-FFF2-40B4-BE49-F238E27FC236}">
                <a16:creationId xmlns:a16="http://schemas.microsoft.com/office/drawing/2014/main" id="{BC3633CB-1E3D-2CD3-5AA0-86F9B03F1994}"/>
              </a:ext>
            </a:extLst>
          </p:cNvPr>
          <p:cNvSpPr/>
          <p:nvPr/>
        </p:nvSpPr>
        <p:spPr bwMode="auto">
          <a:xfrm flipH="1">
            <a:off x="8818553" y="6294343"/>
            <a:ext cx="2644753" cy="129754"/>
          </a:xfrm>
          <a:prstGeom prst="ellipse">
            <a:avLst/>
          </a:prstGeom>
          <a:solidFill>
            <a:schemeClr val="tx1">
              <a:lumMod val="85000"/>
              <a:lumOff val="15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Inclusive Sans" pitchFamily="2" charset="0"/>
            </a:endParaRP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A2229AD5-5C22-7343-31FA-5FA3F18AC6D1}"/>
              </a:ext>
            </a:extLst>
          </p:cNvPr>
          <p:cNvSpPr/>
          <p:nvPr/>
        </p:nvSpPr>
        <p:spPr>
          <a:xfrm flipH="1">
            <a:off x="10881527" y="2047951"/>
            <a:ext cx="70299" cy="160902"/>
          </a:xfrm>
          <a:custGeom>
            <a:avLst/>
            <a:gdLst>
              <a:gd name="connsiteX0" fmla="*/ 8981 w 53301"/>
              <a:gd name="connsiteY0" fmla="*/ 0 h 121997"/>
              <a:gd name="connsiteX1" fmla="*/ 44320 w 53301"/>
              <a:gd name="connsiteY1" fmla="*/ 0 h 121997"/>
              <a:gd name="connsiteX2" fmla="*/ 53301 w 53301"/>
              <a:gd name="connsiteY2" fmla="*/ 8981 h 121997"/>
              <a:gd name="connsiteX3" fmla="*/ 53301 w 53301"/>
              <a:gd name="connsiteY3" fmla="*/ 113017 h 121997"/>
              <a:gd name="connsiteX4" fmla="*/ 44320 w 53301"/>
              <a:gd name="connsiteY4" fmla="*/ 121998 h 121997"/>
              <a:gd name="connsiteX5" fmla="*/ 8981 w 53301"/>
              <a:gd name="connsiteY5" fmla="*/ 121998 h 121997"/>
              <a:gd name="connsiteX6" fmla="*/ 0 w 53301"/>
              <a:gd name="connsiteY6" fmla="*/ 113017 h 121997"/>
              <a:gd name="connsiteX7" fmla="*/ 0 w 53301"/>
              <a:gd name="connsiteY7" fmla="*/ 8981 h 121997"/>
              <a:gd name="connsiteX8" fmla="*/ 8981 w 53301"/>
              <a:gd name="connsiteY8" fmla="*/ 0 h 121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1" h="121997">
                <a:moveTo>
                  <a:pt x="8981" y="0"/>
                </a:moveTo>
                <a:lnTo>
                  <a:pt x="44320" y="0"/>
                </a:lnTo>
                <a:cubicBezTo>
                  <a:pt x="49219" y="0"/>
                  <a:pt x="53301" y="3966"/>
                  <a:pt x="53301" y="8981"/>
                </a:cubicBezTo>
                <a:lnTo>
                  <a:pt x="53301" y="113017"/>
                </a:lnTo>
                <a:cubicBezTo>
                  <a:pt x="53301" y="117916"/>
                  <a:pt x="49336" y="121998"/>
                  <a:pt x="44320" y="121998"/>
                </a:cubicBezTo>
                <a:lnTo>
                  <a:pt x="8981" y="121998"/>
                </a:lnTo>
                <a:cubicBezTo>
                  <a:pt x="4082" y="121998"/>
                  <a:pt x="0" y="118032"/>
                  <a:pt x="0" y="113017"/>
                </a:cubicBezTo>
                <a:lnTo>
                  <a:pt x="0" y="8981"/>
                </a:lnTo>
                <a:cubicBezTo>
                  <a:pt x="0" y="4082"/>
                  <a:pt x="3966" y="0"/>
                  <a:pt x="8981" y="0"/>
                </a:cubicBezTo>
                <a:close/>
              </a:path>
            </a:pathLst>
          </a:custGeom>
          <a:solidFill>
            <a:srgbClr val="0C101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>
              <a:latin typeface="Inclusive Sans" pitchFamily="2" charset="0"/>
            </a:endParaRP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8931C7FA-66D5-EF95-EABD-2DACE53EE060}"/>
              </a:ext>
            </a:extLst>
          </p:cNvPr>
          <p:cNvSpPr/>
          <p:nvPr/>
        </p:nvSpPr>
        <p:spPr>
          <a:xfrm flipH="1">
            <a:off x="10748856" y="2079947"/>
            <a:ext cx="233708" cy="233707"/>
          </a:xfrm>
          <a:custGeom>
            <a:avLst/>
            <a:gdLst>
              <a:gd name="connsiteX0" fmla="*/ 334423 w 334423"/>
              <a:gd name="connsiteY0" fmla="*/ 167212 h 334422"/>
              <a:gd name="connsiteX1" fmla="*/ 298570 w 334423"/>
              <a:gd name="connsiteY1" fmla="*/ 270685 h 334422"/>
              <a:gd name="connsiteX2" fmla="*/ 167212 w 334423"/>
              <a:gd name="connsiteY2" fmla="*/ 334422 h 334422"/>
              <a:gd name="connsiteX3" fmla="*/ 35853 w 334423"/>
              <a:gd name="connsiteY3" fmla="*/ 270685 h 334422"/>
              <a:gd name="connsiteX4" fmla="*/ 0 w 334423"/>
              <a:gd name="connsiteY4" fmla="*/ 167212 h 334422"/>
              <a:gd name="connsiteX5" fmla="*/ 167212 w 334423"/>
              <a:gd name="connsiteY5" fmla="*/ 0 h 334422"/>
              <a:gd name="connsiteX6" fmla="*/ 334423 w 334423"/>
              <a:gd name="connsiteY6" fmla="*/ 167212 h 33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4423" h="334422">
                <a:moveTo>
                  <a:pt x="334423" y="167212"/>
                </a:moveTo>
                <a:cubicBezTo>
                  <a:pt x="334423" y="206309"/>
                  <a:pt x="321050" y="242211"/>
                  <a:pt x="298570" y="270685"/>
                </a:cubicBezTo>
                <a:cubicBezTo>
                  <a:pt x="267928" y="309488"/>
                  <a:pt x="220471" y="334422"/>
                  <a:pt x="167212" y="334422"/>
                </a:cubicBezTo>
                <a:cubicBezTo>
                  <a:pt x="113952" y="334422"/>
                  <a:pt x="66495" y="309488"/>
                  <a:pt x="35853" y="270685"/>
                </a:cubicBezTo>
                <a:cubicBezTo>
                  <a:pt x="13373" y="242211"/>
                  <a:pt x="0" y="206309"/>
                  <a:pt x="0" y="167212"/>
                </a:cubicBezTo>
                <a:cubicBezTo>
                  <a:pt x="0" y="74852"/>
                  <a:pt x="74848" y="0"/>
                  <a:pt x="167212" y="0"/>
                </a:cubicBezTo>
                <a:cubicBezTo>
                  <a:pt x="259575" y="1"/>
                  <a:pt x="334423" y="74852"/>
                  <a:pt x="334423" y="167212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3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C77247D1-29D4-6BCE-AF5F-390BAACAE557}"/>
              </a:ext>
            </a:extLst>
          </p:cNvPr>
          <p:cNvSpPr/>
          <p:nvPr/>
        </p:nvSpPr>
        <p:spPr>
          <a:xfrm flipH="1">
            <a:off x="10773836" y="2117847"/>
            <a:ext cx="183593" cy="195901"/>
          </a:xfrm>
          <a:custGeom>
            <a:avLst/>
            <a:gdLst>
              <a:gd name="connsiteX0" fmla="*/ 36329 w 145026"/>
              <a:gd name="connsiteY0" fmla="*/ 66569 h 154747"/>
              <a:gd name="connsiteX1" fmla="*/ 72513 w 145026"/>
              <a:gd name="connsiteY1" fmla="*/ 84161 h 154747"/>
              <a:gd name="connsiteX2" fmla="*/ 108706 w 145026"/>
              <a:gd name="connsiteY2" fmla="*/ 66569 h 154747"/>
              <a:gd name="connsiteX3" fmla="*/ 145026 w 145026"/>
              <a:gd name="connsiteY3" fmla="*/ 119562 h 154747"/>
              <a:gd name="connsiteX4" fmla="*/ 72513 w 145026"/>
              <a:gd name="connsiteY4" fmla="*/ 154747 h 154747"/>
              <a:gd name="connsiteX5" fmla="*/ 0 w 145026"/>
              <a:gd name="connsiteY5" fmla="*/ 119562 h 154747"/>
              <a:gd name="connsiteX6" fmla="*/ 36329 w 145026"/>
              <a:gd name="connsiteY6" fmla="*/ 66569 h 154747"/>
              <a:gd name="connsiteX7" fmla="*/ 72513 w 145026"/>
              <a:gd name="connsiteY7" fmla="*/ 0 h 154747"/>
              <a:gd name="connsiteX8" fmla="*/ 110523 w 145026"/>
              <a:gd name="connsiteY8" fmla="*/ 38008 h 154747"/>
              <a:gd name="connsiteX9" fmla="*/ 101240 w 145026"/>
              <a:gd name="connsiteY9" fmla="*/ 62849 h 154747"/>
              <a:gd name="connsiteX10" fmla="*/ 72513 w 145026"/>
              <a:gd name="connsiteY10" fmla="*/ 76016 h 154747"/>
              <a:gd name="connsiteX11" fmla="*/ 43794 w 145026"/>
              <a:gd name="connsiteY11" fmla="*/ 62849 h 154747"/>
              <a:gd name="connsiteX12" fmla="*/ 34511 w 145026"/>
              <a:gd name="connsiteY12" fmla="*/ 38008 h 154747"/>
              <a:gd name="connsiteX13" fmla="*/ 72513 w 145026"/>
              <a:gd name="connsiteY13" fmla="*/ 0 h 154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5026" h="154747">
                <a:moveTo>
                  <a:pt x="36329" y="66569"/>
                </a:moveTo>
                <a:cubicBezTo>
                  <a:pt x="44741" y="77265"/>
                  <a:pt x="57855" y="84161"/>
                  <a:pt x="72513" y="84161"/>
                </a:cubicBezTo>
                <a:cubicBezTo>
                  <a:pt x="87172" y="84161"/>
                  <a:pt x="100286" y="77265"/>
                  <a:pt x="108706" y="66569"/>
                </a:cubicBezTo>
                <a:cubicBezTo>
                  <a:pt x="127922" y="77482"/>
                  <a:pt x="141688" y="96838"/>
                  <a:pt x="145026" y="119562"/>
                </a:cubicBezTo>
                <a:cubicBezTo>
                  <a:pt x="128112" y="140982"/>
                  <a:pt x="101914" y="154747"/>
                  <a:pt x="72513" y="154747"/>
                </a:cubicBezTo>
                <a:cubicBezTo>
                  <a:pt x="43113" y="154747"/>
                  <a:pt x="16915" y="140982"/>
                  <a:pt x="0" y="119562"/>
                </a:cubicBezTo>
                <a:cubicBezTo>
                  <a:pt x="3339" y="96839"/>
                  <a:pt x="17105" y="77482"/>
                  <a:pt x="36329" y="66569"/>
                </a:cubicBezTo>
                <a:close/>
                <a:moveTo>
                  <a:pt x="72513" y="0"/>
                </a:moveTo>
                <a:cubicBezTo>
                  <a:pt x="93471" y="0"/>
                  <a:pt x="110523" y="17049"/>
                  <a:pt x="110523" y="38008"/>
                </a:cubicBezTo>
                <a:cubicBezTo>
                  <a:pt x="110523" y="47483"/>
                  <a:pt x="107025" y="56170"/>
                  <a:pt x="101240" y="62849"/>
                </a:cubicBezTo>
                <a:cubicBezTo>
                  <a:pt x="94289" y="70912"/>
                  <a:pt x="83999" y="76016"/>
                  <a:pt x="72513" y="76016"/>
                </a:cubicBezTo>
                <a:cubicBezTo>
                  <a:pt x="61035" y="76016"/>
                  <a:pt x="50745" y="70912"/>
                  <a:pt x="43794" y="62849"/>
                </a:cubicBezTo>
                <a:cubicBezTo>
                  <a:pt x="38009" y="56170"/>
                  <a:pt x="34511" y="47483"/>
                  <a:pt x="34511" y="38008"/>
                </a:cubicBezTo>
                <a:cubicBezTo>
                  <a:pt x="34511" y="17050"/>
                  <a:pt x="51555" y="0"/>
                  <a:pt x="72513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37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latin typeface="Inclusive Sans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D4FF825-3CFA-8C2A-CC40-CC6541CC68D8}"/>
              </a:ext>
            </a:extLst>
          </p:cNvPr>
          <p:cNvGrpSpPr/>
          <p:nvPr/>
        </p:nvGrpSpPr>
        <p:grpSpPr>
          <a:xfrm>
            <a:off x="9002916" y="1613874"/>
            <a:ext cx="2289487" cy="4733759"/>
            <a:chOff x="9002916" y="1613874"/>
            <a:chExt cx="2289487" cy="4733759"/>
          </a:xfrm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77FD0F63-B599-7E9D-57AC-22CFA1309188}"/>
                </a:ext>
              </a:extLst>
            </p:cNvPr>
            <p:cNvSpPr/>
            <p:nvPr/>
          </p:nvSpPr>
          <p:spPr>
            <a:xfrm flipH="1">
              <a:off x="10946347" y="2304387"/>
              <a:ext cx="70299" cy="308730"/>
            </a:xfrm>
            <a:custGeom>
              <a:avLst/>
              <a:gdLst>
                <a:gd name="connsiteX0" fmla="*/ 8981 w 53301"/>
                <a:gd name="connsiteY0" fmla="*/ 0 h 234081"/>
                <a:gd name="connsiteX1" fmla="*/ 44320 w 53301"/>
                <a:gd name="connsiteY1" fmla="*/ 0 h 234081"/>
                <a:gd name="connsiteX2" fmla="*/ 53301 w 53301"/>
                <a:gd name="connsiteY2" fmla="*/ 8981 h 234081"/>
                <a:gd name="connsiteX3" fmla="*/ 53301 w 53301"/>
                <a:gd name="connsiteY3" fmla="*/ 225101 h 234081"/>
                <a:gd name="connsiteX4" fmla="*/ 44320 w 53301"/>
                <a:gd name="connsiteY4" fmla="*/ 234082 h 234081"/>
                <a:gd name="connsiteX5" fmla="*/ 8981 w 53301"/>
                <a:gd name="connsiteY5" fmla="*/ 234082 h 234081"/>
                <a:gd name="connsiteX6" fmla="*/ 0 w 53301"/>
                <a:gd name="connsiteY6" fmla="*/ 225101 h 234081"/>
                <a:gd name="connsiteX7" fmla="*/ 0 w 53301"/>
                <a:gd name="connsiteY7" fmla="*/ 8981 h 234081"/>
                <a:gd name="connsiteX8" fmla="*/ 8981 w 53301"/>
                <a:gd name="connsiteY8" fmla="*/ 0 h 2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301" h="234081">
                  <a:moveTo>
                    <a:pt x="8981" y="0"/>
                  </a:moveTo>
                  <a:lnTo>
                    <a:pt x="44320" y="0"/>
                  </a:lnTo>
                  <a:cubicBezTo>
                    <a:pt x="49219" y="0"/>
                    <a:pt x="53301" y="3966"/>
                    <a:pt x="53301" y="8981"/>
                  </a:cubicBezTo>
                  <a:lnTo>
                    <a:pt x="53301" y="225101"/>
                  </a:lnTo>
                  <a:cubicBezTo>
                    <a:pt x="53301" y="230000"/>
                    <a:pt x="49336" y="234082"/>
                    <a:pt x="44320" y="234082"/>
                  </a:cubicBezTo>
                  <a:lnTo>
                    <a:pt x="8981" y="234082"/>
                  </a:lnTo>
                  <a:cubicBezTo>
                    <a:pt x="4082" y="234082"/>
                    <a:pt x="0" y="230116"/>
                    <a:pt x="0" y="225101"/>
                  </a:cubicBezTo>
                  <a:lnTo>
                    <a:pt x="0" y="8981"/>
                  </a:lnTo>
                  <a:cubicBezTo>
                    <a:pt x="0" y="4082"/>
                    <a:pt x="3966" y="0"/>
                    <a:pt x="8981" y="0"/>
                  </a:cubicBezTo>
                  <a:close/>
                </a:path>
              </a:pathLst>
            </a:custGeom>
            <a:solidFill>
              <a:srgbClr val="0C101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8054C60-E82E-22CD-0655-2D8BCEABB926}"/>
                </a:ext>
              </a:extLst>
            </p:cNvPr>
            <p:cNvSpPr/>
            <p:nvPr/>
          </p:nvSpPr>
          <p:spPr>
            <a:xfrm flipH="1">
              <a:off x="11019533" y="2677382"/>
              <a:ext cx="70299" cy="308730"/>
            </a:xfrm>
            <a:custGeom>
              <a:avLst/>
              <a:gdLst>
                <a:gd name="connsiteX0" fmla="*/ 44320 w 53301"/>
                <a:gd name="connsiteY0" fmla="*/ 0 h 234081"/>
                <a:gd name="connsiteX1" fmla="*/ 53301 w 53301"/>
                <a:gd name="connsiteY1" fmla="*/ 8981 h 234081"/>
                <a:gd name="connsiteX2" fmla="*/ 53301 w 53301"/>
                <a:gd name="connsiteY2" fmla="*/ 225101 h 234081"/>
                <a:gd name="connsiteX3" fmla="*/ 44320 w 53301"/>
                <a:gd name="connsiteY3" fmla="*/ 234082 h 234081"/>
                <a:gd name="connsiteX4" fmla="*/ 8981 w 53301"/>
                <a:gd name="connsiteY4" fmla="*/ 234082 h 234081"/>
                <a:gd name="connsiteX5" fmla="*/ 0 w 53301"/>
                <a:gd name="connsiteY5" fmla="*/ 225101 h 234081"/>
                <a:gd name="connsiteX6" fmla="*/ 0 w 53301"/>
                <a:gd name="connsiteY6" fmla="*/ 8981 h 234081"/>
                <a:gd name="connsiteX7" fmla="*/ 8981 w 53301"/>
                <a:gd name="connsiteY7" fmla="*/ 0 h 2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301" h="234081">
                  <a:moveTo>
                    <a:pt x="44320" y="0"/>
                  </a:moveTo>
                  <a:cubicBezTo>
                    <a:pt x="49280" y="0"/>
                    <a:pt x="53301" y="4021"/>
                    <a:pt x="53301" y="8981"/>
                  </a:cubicBezTo>
                  <a:lnTo>
                    <a:pt x="53301" y="225101"/>
                  </a:lnTo>
                  <a:cubicBezTo>
                    <a:pt x="53301" y="230061"/>
                    <a:pt x="49280" y="234082"/>
                    <a:pt x="44320" y="234082"/>
                  </a:cubicBezTo>
                  <a:lnTo>
                    <a:pt x="8981" y="234082"/>
                  </a:lnTo>
                  <a:cubicBezTo>
                    <a:pt x="4021" y="234082"/>
                    <a:pt x="0" y="230061"/>
                    <a:pt x="0" y="225101"/>
                  </a:cubicBezTo>
                  <a:lnTo>
                    <a:pt x="0" y="8981"/>
                  </a:lnTo>
                  <a:cubicBezTo>
                    <a:pt x="0" y="4021"/>
                    <a:pt x="4021" y="0"/>
                    <a:pt x="8981" y="0"/>
                  </a:cubicBezTo>
                  <a:close/>
                </a:path>
              </a:pathLst>
            </a:custGeom>
            <a:solidFill>
              <a:srgbClr val="0C101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862EE81-FBFF-BE8C-6EAD-124157A01651}"/>
                </a:ext>
              </a:extLst>
            </p:cNvPr>
            <p:cNvSpPr/>
            <p:nvPr/>
          </p:nvSpPr>
          <p:spPr>
            <a:xfrm flipH="1">
              <a:off x="9004992" y="1749124"/>
              <a:ext cx="2287411" cy="4598509"/>
            </a:xfrm>
            <a:custGeom>
              <a:avLst/>
              <a:gdLst>
                <a:gd name="connsiteX0" fmla="*/ 1528004 w 1734327"/>
                <a:gd name="connsiteY0" fmla="*/ 0 h 3486616"/>
                <a:gd name="connsiteX1" fmla="*/ 1734328 w 1734327"/>
                <a:gd name="connsiteY1" fmla="*/ 206323 h 3486616"/>
                <a:gd name="connsiteX2" fmla="*/ 1734328 w 1734327"/>
                <a:gd name="connsiteY2" fmla="*/ 3280294 h 3486616"/>
                <a:gd name="connsiteX3" fmla="*/ 1528004 w 1734327"/>
                <a:gd name="connsiteY3" fmla="*/ 3486617 h 3486616"/>
                <a:gd name="connsiteX4" fmla="*/ 206323 w 1734327"/>
                <a:gd name="connsiteY4" fmla="*/ 3486617 h 3486616"/>
                <a:gd name="connsiteX5" fmla="*/ 0 w 1734327"/>
                <a:gd name="connsiteY5" fmla="*/ 3280294 h 3486616"/>
                <a:gd name="connsiteX6" fmla="*/ 0 w 1734327"/>
                <a:gd name="connsiteY6" fmla="*/ 206323 h 3486616"/>
                <a:gd name="connsiteX7" fmla="*/ 206323 w 1734327"/>
                <a:gd name="connsiteY7" fmla="*/ 0 h 3486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4327" h="3486616">
                  <a:moveTo>
                    <a:pt x="1528004" y="0"/>
                  </a:moveTo>
                  <a:cubicBezTo>
                    <a:pt x="1641954" y="0"/>
                    <a:pt x="1734328" y="92374"/>
                    <a:pt x="1734328" y="206323"/>
                  </a:cubicBezTo>
                  <a:lnTo>
                    <a:pt x="1734328" y="3280294"/>
                  </a:lnTo>
                  <a:cubicBezTo>
                    <a:pt x="1734328" y="3394243"/>
                    <a:pt x="1641954" y="3486617"/>
                    <a:pt x="1528004" y="3486617"/>
                  </a:cubicBezTo>
                  <a:lnTo>
                    <a:pt x="206323" y="3486617"/>
                  </a:lnTo>
                  <a:cubicBezTo>
                    <a:pt x="92374" y="3486617"/>
                    <a:pt x="0" y="3394243"/>
                    <a:pt x="0" y="3280294"/>
                  </a:cubicBezTo>
                  <a:lnTo>
                    <a:pt x="0" y="206323"/>
                  </a:lnTo>
                  <a:cubicBezTo>
                    <a:pt x="0" y="92374"/>
                    <a:pt x="92374" y="0"/>
                    <a:pt x="206323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AF8A89-2CCE-80AD-7AC3-615C34AC127E}"/>
                </a:ext>
              </a:extLst>
            </p:cNvPr>
            <p:cNvSpPr/>
            <p:nvPr/>
          </p:nvSpPr>
          <p:spPr>
            <a:xfrm flipH="1">
              <a:off x="9427303" y="6262610"/>
              <a:ext cx="1378294" cy="45688"/>
            </a:xfrm>
            <a:custGeom>
              <a:avLst/>
              <a:gdLst>
                <a:gd name="connsiteX0" fmla="*/ 1248508 w 1256501"/>
                <a:gd name="connsiteY0" fmla="*/ 11359 h 41651"/>
                <a:gd name="connsiteX1" fmla="*/ 1256501 w 1256501"/>
                <a:gd name="connsiteY1" fmla="*/ 19353 h 41651"/>
                <a:gd name="connsiteX2" fmla="*/ 1255800 w 1256501"/>
                <a:gd name="connsiteY2" fmla="*/ 20054 h 41651"/>
                <a:gd name="connsiteX3" fmla="*/ 1256501 w 1256501"/>
                <a:gd name="connsiteY3" fmla="*/ 20755 h 41651"/>
                <a:gd name="connsiteX4" fmla="*/ 1248508 w 1256501"/>
                <a:gd name="connsiteY4" fmla="*/ 28748 h 41651"/>
                <a:gd name="connsiteX5" fmla="*/ 1240514 w 1256501"/>
                <a:gd name="connsiteY5" fmla="*/ 20755 h 41651"/>
                <a:gd name="connsiteX6" fmla="*/ 1241215 w 1256501"/>
                <a:gd name="connsiteY6" fmla="*/ 20054 h 41651"/>
                <a:gd name="connsiteX7" fmla="*/ 1240514 w 1256501"/>
                <a:gd name="connsiteY7" fmla="*/ 19353 h 41651"/>
                <a:gd name="connsiteX8" fmla="*/ 1248508 w 1256501"/>
                <a:gd name="connsiteY8" fmla="*/ 11359 h 41651"/>
                <a:gd name="connsiteX9" fmla="*/ 1170817 w 1256501"/>
                <a:gd name="connsiteY9" fmla="*/ 11359 h 41651"/>
                <a:gd name="connsiteX10" fmla="*/ 1178810 w 1256501"/>
                <a:gd name="connsiteY10" fmla="*/ 19353 h 41651"/>
                <a:gd name="connsiteX11" fmla="*/ 1178109 w 1256501"/>
                <a:gd name="connsiteY11" fmla="*/ 20054 h 41651"/>
                <a:gd name="connsiteX12" fmla="*/ 1178810 w 1256501"/>
                <a:gd name="connsiteY12" fmla="*/ 20755 h 41651"/>
                <a:gd name="connsiteX13" fmla="*/ 1170817 w 1256501"/>
                <a:gd name="connsiteY13" fmla="*/ 28748 h 41651"/>
                <a:gd name="connsiteX14" fmla="*/ 1162823 w 1256501"/>
                <a:gd name="connsiteY14" fmla="*/ 20755 h 41651"/>
                <a:gd name="connsiteX15" fmla="*/ 1163524 w 1256501"/>
                <a:gd name="connsiteY15" fmla="*/ 20054 h 41651"/>
                <a:gd name="connsiteX16" fmla="*/ 1162823 w 1256501"/>
                <a:gd name="connsiteY16" fmla="*/ 19353 h 41651"/>
                <a:gd name="connsiteX17" fmla="*/ 1170817 w 1256501"/>
                <a:gd name="connsiteY17" fmla="*/ 11359 h 41651"/>
                <a:gd name="connsiteX18" fmla="*/ 1093128 w 1256501"/>
                <a:gd name="connsiteY18" fmla="*/ 11359 h 41651"/>
                <a:gd name="connsiteX19" fmla="*/ 1101121 w 1256501"/>
                <a:gd name="connsiteY19" fmla="*/ 19353 h 41651"/>
                <a:gd name="connsiteX20" fmla="*/ 1100420 w 1256501"/>
                <a:gd name="connsiteY20" fmla="*/ 20054 h 41651"/>
                <a:gd name="connsiteX21" fmla="*/ 1101121 w 1256501"/>
                <a:gd name="connsiteY21" fmla="*/ 20755 h 41651"/>
                <a:gd name="connsiteX22" fmla="*/ 1093128 w 1256501"/>
                <a:gd name="connsiteY22" fmla="*/ 28748 h 41651"/>
                <a:gd name="connsiteX23" fmla="*/ 1085134 w 1256501"/>
                <a:gd name="connsiteY23" fmla="*/ 20755 h 41651"/>
                <a:gd name="connsiteX24" fmla="*/ 1085835 w 1256501"/>
                <a:gd name="connsiteY24" fmla="*/ 20054 h 41651"/>
                <a:gd name="connsiteX25" fmla="*/ 1085134 w 1256501"/>
                <a:gd name="connsiteY25" fmla="*/ 19353 h 41651"/>
                <a:gd name="connsiteX26" fmla="*/ 1093128 w 1256501"/>
                <a:gd name="connsiteY26" fmla="*/ 11359 h 41651"/>
                <a:gd name="connsiteX27" fmla="*/ 1015438 w 1256501"/>
                <a:gd name="connsiteY27" fmla="*/ 11359 h 41651"/>
                <a:gd name="connsiteX28" fmla="*/ 1023431 w 1256501"/>
                <a:gd name="connsiteY28" fmla="*/ 19353 h 41651"/>
                <a:gd name="connsiteX29" fmla="*/ 1022730 w 1256501"/>
                <a:gd name="connsiteY29" fmla="*/ 20054 h 41651"/>
                <a:gd name="connsiteX30" fmla="*/ 1023431 w 1256501"/>
                <a:gd name="connsiteY30" fmla="*/ 20755 h 41651"/>
                <a:gd name="connsiteX31" fmla="*/ 1015438 w 1256501"/>
                <a:gd name="connsiteY31" fmla="*/ 28748 h 41651"/>
                <a:gd name="connsiteX32" fmla="*/ 1007444 w 1256501"/>
                <a:gd name="connsiteY32" fmla="*/ 20755 h 41651"/>
                <a:gd name="connsiteX33" fmla="*/ 1008145 w 1256501"/>
                <a:gd name="connsiteY33" fmla="*/ 20054 h 41651"/>
                <a:gd name="connsiteX34" fmla="*/ 1007444 w 1256501"/>
                <a:gd name="connsiteY34" fmla="*/ 19353 h 41651"/>
                <a:gd name="connsiteX35" fmla="*/ 1015438 w 1256501"/>
                <a:gd name="connsiteY35" fmla="*/ 11359 h 41651"/>
                <a:gd name="connsiteX36" fmla="*/ 937748 w 1256501"/>
                <a:gd name="connsiteY36" fmla="*/ 11359 h 41651"/>
                <a:gd name="connsiteX37" fmla="*/ 945741 w 1256501"/>
                <a:gd name="connsiteY37" fmla="*/ 19353 h 41651"/>
                <a:gd name="connsiteX38" fmla="*/ 945040 w 1256501"/>
                <a:gd name="connsiteY38" fmla="*/ 20054 h 41651"/>
                <a:gd name="connsiteX39" fmla="*/ 945741 w 1256501"/>
                <a:gd name="connsiteY39" fmla="*/ 20755 h 41651"/>
                <a:gd name="connsiteX40" fmla="*/ 937748 w 1256501"/>
                <a:gd name="connsiteY40" fmla="*/ 28748 h 41651"/>
                <a:gd name="connsiteX41" fmla="*/ 929754 w 1256501"/>
                <a:gd name="connsiteY41" fmla="*/ 20755 h 41651"/>
                <a:gd name="connsiteX42" fmla="*/ 930455 w 1256501"/>
                <a:gd name="connsiteY42" fmla="*/ 20054 h 41651"/>
                <a:gd name="connsiteX43" fmla="*/ 929754 w 1256501"/>
                <a:gd name="connsiteY43" fmla="*/ 19353 h 41651"/>
                <a:gd name="connsiteX44" fmla="*/ 937748 w 1256501"/>
                <a:gd name="connsiteY44" fmla="*/ 11359 h 41651"/>
                <a:gd name="connsiteX45" fmla="*/ 860058 w 1256501"/>
                <a:gd name="connsiteY45" fmla="*/ 11359 h 41651"/>
                <a:gd name="connsiteX46" fmla="*/ 868051 w 1256501"/>
                <a:gd name="connsiteY46" fmla="*/ 19353 h 41651"/>
                <a:gd name="connsiteX47" fmla="*/ 867350 w 1256501"/>
                <a:gd name="connsiteY47" fmla="*/ 20054 h 41651"/>
                <a:gd name="connsiteX48" fmla="*/ 868051 w 1256501"/>
                <a:gd name="connsiteY48" fmla="*/ 20755 h 41651"/>
                <a:gd name="connsiteX49" fmla="*/ 860058 w 1256501"/>
                <a:gd name="connsiteY49" fmla="*/ 28748 h 41651"/>
                <a:gd name="connsiteX50" fmla="*/ 852064 w 1256501"/>
                <a:gd name="connsiteY50" fmla="*/ 20755 h 41651"/>
                <a:gd name="connsiteX51" fmla="*/ 852765 w 1256501"/>
                <a:gd name="connsiteY51" fmla="*/ 20054 h 41651"/>
                <a:gd name="connsiteX52" fmla="*/ 852064 w 1256501"/>
                <a:gd name="connsiteY52" fmla="*/ 19353 h 41651"/>
                <a:gd name="connsiteX53" fmla="*/ 860058 w 1256501"/>
                <a:gd name="connsiteY53" fmla="*/ 11359 h 41651"/>
                <a:gd name="connsiteX54" fmla="*/ 396444 w 1256501"/>
                <a:gd name="connsiteY54" fmla="*/ 11359 h 41651"/>
                <a:gd name="connsiteX55" fmla="*/ 404437 w 1256501"/>
                <a:gd name="connsiteY55" fmla="*/ 19353 h 41651"/>
                <a:gd name="connsiteX56" fmla="*/ 403736 w 1256501"/>
                <a:gd name="connsiteY56" fmla="*/ 20054 h 41651"/>
                <a:gd name="connsiteX57" fmla="*/ 404437 w 1256501"/>
                <a:gd name="connsiteY57" fmla="*/ 20755 h 41651"/>
                <a:gd name="connsiteX58" fmla="*/ 396444 w 1256501"/>
                <a:gd name="connsiteY58" fmla="*/ 28748 h 41651"/>
                <a:gd name="connsiteX59" fmla="*/ 388450 w 1256501"/>
                <a:gd name="connsiteY59" fmla="*/ 20755 h 41651"/>
                <a:gd name="connsiteX60" fmla="*/ 389151 w 1256501"/>
                <a:gd name="connsiteY60" fmla="*/ 20054 h 41651"/>
                <a:gd name="connsiteX61" fmla="*/ 388450 w 1256501"/>
                <a:gd name="connsiteY61" fmla="*/ 19353 h 41651"/>
                <a:gd name="connsiteX62" fmla="*/ 396444 w 1256501"/>
                <a:gd name="connsiteY62" fmla="*/ 11359 h 41651"/>
                <a:gd name="connsiteX63" fmla="*/ 318752 w 1256501"/>
                <a:gd name="connsiteY63" fmla="*/ 11359 h 41651"/>
                <a:gd name="connsiteX64" fmla="*/ 326746 w 1256501"/>
                <a:gd name="connsiteY64" fmla="*/ 19353 h 41651"/>
                <a:gd name="connsiteX65" fmla="*/ 326045 w 1256501"/>
                <a:gd name="connsiteY65" fmla="*/ 20054 h 41651"/>
                <a:gd name="connsiteX66" fmla="*/ 326746 w 1256501"/>
                <a:gd name="connsiteY66" fmla="*/ 20755 h 41651"/>
                <a:gd name="connsiteX67" fmla="*/ 318752 w 1256501"/>
                <a:gd name="connsiteY67" fmla="*/ 28748 h 41651"/>
                <a:gd name="connsiteX68" fmla="*/ 310759 w 1256501"/>
                <a:gd name="connsiteY68" fmla="*/ 20755 h 41651"/>
                <a:gd name="connsiteX69" fmla="*/ 311460 w 1256501"/>
                <a:gd name="connsiteY69" fmla="*/ 20054 h 41651"/>
                <a:gd name="connsiteX70" fmla="*/ 310759 w 1256501"/>
                <a:gd name="connsiteY70" fmla="*/ 19353 h 41651"/>
                <a:gd name="connsiteX71" fmla="*/ 318752 w 1256501"/>
                <a:gd name="connsiteY71" fmla="*/ 11359 h 41651"/>
                <a:gd name="connsiteX72" fmla="*/ 241063 w 1256501"/>
                <a:gd name="connsiteY72" fmla="*/ 11359 h 41651"/>
                <a:gd name="connsiteX73" fmla="*/ 249057 w 1256501"/>
                <a:gd name="connsiteY73" fmla="*/ 19353 h 41651"/>
                <a:gd name="connsiteX74" fmla="*/ 248356 w 1256501"/>
                <a:gd name="connsiteY74" fmla="*/ 20054 h 41651"/>
                <a:gd name="connsiteX75" fmla="*/ 249057 w 1256501"/>
                <a:gd name="connsiteY75" fmla="*/ 20755 h 41651"/>
                <a:gd name="connsiteX76" fmla="*/ 241063 w 1256501"/>
                <a:gd name="connsiteY76" fmla="*/ 28748 h 41651"/>
                <a:gd name="connsiteX77" fmla="*/ 233070 w 1256501"/>
                <a:gd name="connsiteY77" fmla="*/ 20755 h 41651"/>
                <a:gd name="connsiteX78" fmla="*/ 233771 w 1256501"/>
                <a:gd name="connsiteY78" fmla="*/ 20054 h 41651"/>
                <a:gd name="connsiteX79" fmla="*/ 233070 w 1256501"/>
                <a:gd name="connsiteY79" fmla="*/ 19353 h 41651"/>
                <a:gd name="connsiteX80" fmla="*/ 241063 w 1256501"/>
                <a:gd name="connsiteY80" fmla="*/ 11359 h 41651"/>
                <a:gd name="connsiteX81" fmla="*/ 163373 w 1256501"/>
                <a:gd name="connsiteY81" fmla="*/ 11359 h 41651"/>
                <a:gd name="connsiteX82" fmla="*/ 171367 w 1256501"/>
                <a:gd name="connsiteY82" fmla="*/ 19353 h 41651"/>
                <a:gd name="connsiteX83" fmla="*/ 170666 w 1256501"/>
                <a:gd name="connsiteY83" fmla="*/ 20054 h 41651"/>
                <a:gd name="connsiteX84" fmla="*/ 171367 w 1256501"/>
                <a:gd name="connsiteY84" fmla="*/ 20755 h 41651"/>
                <a:gd name="connsiteX85" fmla="*/ 163373 w 1256501"/>
                <a:gd name="connsiteY85" fmla="*/ 28748 h 41651"/>
                <a:gd name="connsiteX86" fmla="*/ 155380 w 1256501"/>
                <a:gd name="connsiteY86" fmla="*/ 20755 h 41651"/>
                <a:gd name="connsiteX87" fmla="*/ 156081 w 1256501"/>
                <a:gd name="connsiteY87" fmla="*/ 20054 h 41651"/>
                <a:gd name="connsiteX88" fmla="*/ 155380 w 1256501"/>
                <a:gd name="connsiteY88" fmla="*/ 19353 h 41651"/>
                <a:gd name="connsiteX89" fmla="*/ 163373 w 1256501"/>
                <a:gd name="connsiteY89" fmla="*/ 11359 h 41651"/>
                <a:gd name="connsiteX90" fmla="*/ 85683 w 1256501"/>
                <a:gd name="connsiteY90" fmla="*/ 11359 h 41651"/>
                <a:gd name="connsiteX91" fmla="*/ 93677 w 1256501"/>
                <a:gd name="connsiteY91" fmla="*/ 19353 h 41651"/>
                <a:gd name="connsiteX92" fmla="*/ 92976 w 1256501"/>
                <a:gd name="connsiteY92" fmla="*/ 20054 h 41651"/>
                <a:gd name="connsiteX93" fmla="*/ 93677 w 1256501"/>
                <a:gd name="connsiteY93" fmla="*/ 20755 h 41651"/>
                <a:gd name="connsiteX94" fmla="*/ 85683 w 1256501"/>
                <a:gd name="connsiteY94" fmla="*/ 28748 h 41651"/>
                <a:gd name="connsiteX95" fmla="*/ 77690 w 1256501"/>
                <a:gd name="connsiteY95" fmla="*/ 20755 h 41651"/>
                <a:gd name="connsiteX96" fmla="*/ 78391 w 1256501"/>
                <a:gd name="connsiteY96" fmla="*/ 20054 h 41651"/>
                <a:gd name="connsiteX97" fmla="*/ 77690 w 1256501"/>
                <a:gd name="connsiteY97" fmla="*/ 19353 h 41651"/>
                <a:gd name="connsiteX98" fmla="*/ 85683 w 1256501"/>
                <a:gd name="connsiteY98" fmla="*/ 11359 h 41651"/>
                <a:gd name="connsiteX99" fmla="*/ 7993 w 1256501"/>
                <a:gd name="connsiteY99" fmla="*/ 11359 h 41651"/>
                <a:gd name="connsiteX100" fmla="*/ 15987 w 1256501"/>
                <a:gd name="connsiteY100" fmla="*/ 19353 h 41651"/>
                <a:gd name="connsiteX101" fmla="*/ 15286 w 1256501"/>
                <a:gd name="connsiteY101" fmla="*/ 20054 h 41651"/>
                <a:gd name="connsiteX102" fmla="*/ 15987 w 1256501"/>
                <a:gd name="connsiteY102" fmla="*/ 20755 h 41651"/>
                <a:gd name="connsiteX103" fmla="*/ 7993 w 1256501"/>
                <a:gd name="connsiteY103" fmla="*/ 28748 h 41651"/>
                <a:gd name="connsiteX104" fmla="*/ 0 w 1256501"/>
                <a:gd name="connsiteY104" fmla="*/ 20755 h 41651"/>
                <a:gd name="connsiteX105" fmla="*/ 701 w 1256501"/>
                <a:gd name="connsiteY105" fmla="*/ 20054 h 41651"/>
                <a:gd name="connsiteX106" fmla="*/ 0 w 1256501"/>
                <a:gd name="connsiteY106" fmla="*/ 19353 h 41651"/>
                <a:gd name="connsiteX107" fmla="*/ 7993 w 1256501"/>
                <a:gd name="connsiteY107" fmla="*/ 11359 h 41651"/>
                <a:gd name="connsiteX108" fmla="*/ 531207 w 1256501"/>
                <a:gd name="connsiteY108" fmla="*/ 0 h 41651"/>
                <a:gd name="connsiteX109" fmla="*/ 725432 w 1256501"/>
                <a:gd name="connsiteY109" fmla="*/ 0 h 41651"/>
                <a:gd name="connsiteX110" fmla="*/ 744784 w 1256501"/>
                <a:gd name="connsiteY110" fmla="*/ 19353 h 41651"/>
                <a:gd name="connsiteX111" fmla="*/ 744176 w 1256501"/>
                <a:gd name="connsiteY111" fmla="*/ 20818 h 41651"/>
                <a:gd name="connsiteX112" fmla="*/ 744784 w 1256501"/>
                <a:gd name="connsiteY112" fmla="*/ 22298 h 41651"/>
                <a:gd name="connsiteX113" fmla="*/ 725432 w 1256501"/>
                <a:gd name="connsiteY113" fmla="*/ 41651 h 41651"/>
                <a:gd name="connsiteX114" fmla="*/ 531207 w 1256501"/>
                <a:gd name="connsiteY114" fmla="*/ 41651 h 41651"/>
                <a:gd name="connsiteX115" fmla="*/ 511855 w 1256501"/>
                <a:gd name="connsiteY115" fmla="*/ 22298 h 41651"/>
                <a:gd name="connsiteX116" fmla="*/ 512467 w 1256501"/>
                <a:gd name="connsiteY116" fmla="*/ 20825 h 41651"/>
                <a:gd name="connsiteX117" fmla="*/ 511855 w 1256501"/>
                <a:gd name="connsiteY117" fmla="*/ 19353 h 41651"/>
                <a:gd name="connsiteX118" fmla="*/ 531207 w 1256501"/>
                <a:gd name="connsiteY118" fmla="*/ 0 h 4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1256501" h="41651">
                  <a:moveTo>
                    <a:pt x="1248508" y="11359"/>
                  </a:moveTo>
                  <a:cubicBezTo>
                    <a:pt x="1252995" y="11359"/>
                    <a:pt x="1256501" y="15006"/>
                    <a:pt x="1256501" y="19353"/>
                  </a:cubicBezTo>
                  <a:lnTo>
                    <a:pt x="1255800" y="20054"/>
                  </a:lnTo>
                  <a:lnTo>
                    <a:pt x="1256501" y="20755"/>
                  </a:lnTo>
                  <a:cubicBezTo>
                    <a:pt x="1256501" y="25103"/>
                    <a:pt x="1252855" y="28748"/>
                    <a:pt x="1248508" y="28748"/>
                  </a:cubicBezTo>
                  <a:cubicBezTo>
                    <a:pt x="1244160" y="28748"/>
                    <a:pt x="1240514" y="25103"/>
                    <a:pt x="1240514" y="20755"/>
                  </a:cubicBezTo>
                  <a:lnTo>
                    <a:pt x="1241215" y="20054"/>
                  </a:lnTo>
                  <a:lnTo>
                    <a:pt x="1240514" y="19353"/>
                  </a:lnTo>
                  <a:cubicBezTo>
                    <a:pt x="1240514" y="14865"/>
                    <a:pt x="1244160" y="11359"/>
                    <a:pt x="1248508" y="11359"/>
                  </a:cubicBezTo>
                  <a:close/>
                  <a:moveTo>
                    <a:pt x="1170817" y="11359"/>
                  </a:moveTo>
                  <a:cubicBezTo>
                    <a:pt x="1175304" y="11359"/>
                    <a:pt x="1178810" y="15006"/>
                    <a:pt x="1178810" y="19353"/>
                  </a:cubicBezTo>
                  <a:lnTo>
                    <a:pt x="1178109" y="20054"/>
                  </a:lnTo>
                  <a:lnTo>
                    <a:pt x="1178810" y="20755"/>
                  </a:lnTo>
                  <a:cubicBezTo>
                    <a:pt x="1178810" y="25103"/>
                    <a:pt x="1175164" y="28748"/>
                    <a:pt x="1170817" y="28748"/>
                  </a:cubicBezTo>
                  <a:cubicBezTo>
                    <a:pt x="1166469" y="28748"/>
                    <a:pt x="1162823" y="25103"/>
                    <a:pt x="1162823" y="20755"/>
                  </a:cubicBezTo>
                  <a:lnTo>
                    <a:pt x="1163524" y="20054"/>
                  </a:lnTo>
                  <a:lnTo>
                    <a:pt x="1162823" y="19353"/>
                  </a:lnTo>
                  <a:cubicBezTo>
                    <a:pt x="1162823" y="14865"/>
                    <a:pt x="1166469" y="11359"/>
                    <a:pt x="1170817" y="11359"/>
                  </a:cubicBezTo>
                  <a:close/>
                  <a:moveTo>
                    <a:pt x="1093128" y="11359"/>
                  </a:moveTo>
                  <a:cubicBezTo>
                    <a:pt x="1097615" y="11359"/>
                    <a:pt x="1101121" y="15006"/>
                    <a:pt x="1101121" y="19353"/>
                  </a:cubicBezTo>
                  <a:lnTo>
                    <a:pt x="1100420" y="20054"/>
                  </a:lnTo>
                  <a:lnTo>
                    <a:pt x="1101121" y="20755"/>
                  </a:lnTo>
                  <a:cubicBezTo>
                    <a:pt x="1101121" y="25103"/>
                    <a:pt x="1097475" y="28748"/>
                    <a:pt x="1093128" y="28748"/>
                  </a:cubicBezTo>
                  <a:cubicBezTo>
                    <a:pt x="1088780" y="28748"/>
                    <a:pt x="1085134" y="25103"/>
                    <a:pt x="1085134" y="20755"/>
                  </a:cubicBezTo>
                  <a:lnTo>
                    <a:pt x="1085835" y="20054"/>
                  </a:lnTo>
                  <a:lnTo>
                    <a:pt x="1085134" y="19353"/>
                  </a:lnTo>
                  <a:cubicBezTo>
                    <a:pt x="1085134" y="14865"/>
                    <a:pt x="1088780" y="11359"/>
                    <a:pt x="1093128" y="11359"/>
                  </a:cubicBezTo>
                  <a:close/>
                  <a:moveTo>
                    <a:pt x="1015438" y="11359"/>
                  </a:moveTo>
                  <a:cubicBezTo>
                    <a:pt x="1019925" y="11359"/>
                    <a:pt x="1023431" y="15006"/>
                    <a:pt x="1023431" y="19353"/>
                  </a:cubicBezTo>
                  <a:lnTo>
                    <a:pt x="1022730" y="20054"/>
                  </a:lnTo>
                  <a:lnTo>
                    <a:pt x="1023431" y="20755"/>
                  </a:lnTo>
                  <a:cubicBezTo>
                    <a:pt x="1023431" y="25103"/>
                    <a:pt x="1019785" y="28748"/>
                    <a:pt x="1015438" y="28748"/>
                  </a:cubicBezTo>
                  <a:cubicBezTo>
                    <a:pt x="1011090" y="28748"/>
                    <a:pt x="1007444" y="25103"/>
                    <a:pt x="1007444" y="20755"/>
                  </a:cubicBezTo>
                  <a:lnTo>
                    <a:pt x="1008145" y="20054"/>
                  </a:lnTo>
                  <a:lnTo>
                    <a:pt x="1007444" y="19353"/>
                  </a:lnTo>
                  <a:cubicBezTo>
                    <a:pt x="1007444" y="14865"/>
                    <a:pt x="1011090" y="11359"/>
                    <a:pt x="1015438" y="11359"/>
                  </a:cubicBezTo>
                  <a:close/>
                  <a:moveTo>
                    <a:pt x="937748" y="11359"/>
                  </a:moveTo>
                  <a:cubicBezTo>
                    <a:pt x="942095" y="11359"/>
                    <a:pt x="945741" y="15006"/>
                    <a:pt x="945741" y="19353"/>
                  </a:cubicBezTo>
                  <a:lnTo>
                    <a:pt x="945040" y="20054"/>
                  </a:lnTo>
                  <a:lnTo>
                    <a:pt x="945741" y="20755"/>
                  </a:lnTo>
                  <a:cubicBezTo>
                    <a:pt x="945741" y="25103"/>
                    <a:pt x="942095" y="28748"/>
                    <a:pt x="937748" y="28748"/>
                  </a:cubicBezTo>
                  <a:cubicBezTo>
                    <a:pt x="933400" y="28748"/>
                    <a:pt x="929754" y="25103"/>
                    <a:pt x="929754" y="20755"/>
                  </a:cubicBezTo>
                  <a:lnTo>
                    <a:pt x="930455" y="20054"/>
                  </a:lnTo>
                  <a:lnTo>
                    <a:pt x="929754" y="19353"/>
                  </a:lnTo>
                  <a:cubicBezTo>
                    <a:pt x="929754" y="14865"/>
                    <a:pt x="933400" y="11359"/>
                    <a:pt x="937748" y="11359"/>
                  </a:cubicBezTo>
                  <a:close/>
                  <a:moveTo>
                    <a:pt x="860058" y="11359"/>
                  </a:moveTo>
                  <a:cubicBezTo>
                    <a:pt x="864405" y="11359"/>
                    <a:pt x="868051" y="15006"/>
                    <a:pt x="868051" y="19353"/>
                  </a:cubicBezTo>
                  <a:lnTo>
                    <a:pt x="867350" y="20054"/>
                  </a:lnTo>
                  <a:lnTo>
                    <a:pt x="868051" y="20755"/>
                  </a:lnTo>
                  <a:cubicBezTo>
                    <a:pt x="868051" y="25103"/>
                    <a:pt x="864405" y="28748"/>
                    <a:pt x="860058" y="28748"/>
                  </a:cubicBezTo>
                  <a:cubicBezTo>
                    <a:pt x="855710" y="28748"/>
                    <a:pt x="852064" y="25103"/>
                    <a:pt x="852064" y="20755"/>
                  </a:cubicBezTo>
                  <a:lnTo>
                    <a:pt x="852765" y="20054"/>
                  </a:lnTo>
                  <a:lnTo>
                    <a:pt x="852064" y="19353"/>
                  </a:lnTo>
                  <a:cubicBezTo>
                    <a:pt x="852064" y="14865"/>
                    <a:pt x="855710" y="11359"/>
                    <a:pt x="860058" y="11359"/>
                  </a:cubicBezTo>
                  <a:close/>
                  <a:moveTo>
                    <a:pt x="396444" y="11359"/>
                  </a:moveTo>
                  <a:cubicBezTo>
                    <a:pt x="400931" y="11359"/>
                    <a:pt x="404437" y="15006"/>
                    <a:pt x="404437" y="19353"/>
                  </a:cubicBezTo>
                  <a:lnTo>
                    <a:pt x="403736" y="20054"/>
                  </a:lnTo>
                  <a:lnTo>
                    <a:pt x="404437" y="20755"/>
                  </a:lnTo>
                  <a:cubicBezTo>
                    <a:pt x="404437" y="25103"/>
                    <a:pt x="400791" y="28748"/>
                    <a:pt x="396444" y="28748"/>
                  </a:cubicBezTo>
                  <a:cubicBezTo>
                    <a:pt x="392096" y="28748"/>
                    <a:pt x="388450" y="25103"/>
                    <a:pt x="388450" y="20755"/>
                  </a:cubicBezTo>
                  <a:lnTo>
                    <a:pt x="389151" y="20054"/>
                  </a:lnTo>
                  <a:lnTo>
                    <a:pt x="388450" y="19353"/>
                  </a:lnTo>
                  <a:cubicBezTo>
                    <a:pt x="388450" y="14865"/>
                    <a:pt x="392096" y="11359"/>
                    <a:pt x="396444" y="11359"/>
                  </a:cubicBezTo>
                  <a:close/>
                  <a:moveTo>
                    <a:pt x="318752" y="11359"/>
                  </a:moveTo>
                  <a:cubicBezTo>
                    <a:pt x="323240" y="11359"/>
                    <a:pt x="326746" y="15006"/>
                    <a:pt x="326746" y="19353"/>
                  </a:cubicBezTo>
                  <a:lnTo>
                    <a:pt x="326045" y="20054"/>
                  </a:lnTo>
                  <a:lnTo>
                    <a:pt x="326746" y="20755"/>
                  </a:lnTo>
                  <a:cubicBezTo>
                    <a:pt x="326746" y="25103"/>
                    <a:pt x="323100" y="28748"/>
                    <a:pt x="318752" y="28748"/>
                  </a:cubicBezTo>
                  <a:cubicBezTo>
                    <a:pt x="314405" y="28748"/>
                    <a:pt x="310759" y="25103"/>
                    <a:pt x="310759" y="20755"/>
                  </a:cubicBezTo>
                  <a:lnTo>
                    <a:pt x="311460" y="20054"/>
                  </a:lnTo>
                  <a:lnTo>
                    <a:pt x="310759" y="19353"/>
                  </a:lnTo>
                  <a:cubicBezTo>
                    <a:pt x="310759" y="14865"/>
                    <a:pt x="314405" y="11359"/>
                    <a:pt x="318752" y="11359"/>
                  </a:cubicBezTo>
                  <a:close/>
                  <a:moveTo>
                    <a:pt x="241063" y="11359"/>
                  </a:moveTo>
                  <a:cubicBezTo>
                    <a:pt x="245551" y="11359"/>
                    <a:pt x="249057" y="15006"/>
                    <a:pt x="249057" y="19353"/>
                  </a:cubicBezTo>
                  <a:lnTo>
                    <a:pt x="248356" y="20054"/>
                  </a:lnTo>
                  <a:lnTo>
                    <a:pt x="249057" y="20755"/>
                  </a:lnTo>
                  <a:cubicBezTo>
                    <a:pt x="249057" y="25103"/>
                    <a:pt x="245411" y="28748"/>
                    <a:pt x="241063" y="28748"/>
                  </a:cubicBezTo>
                  <a:cubicBezTo>
                    <a:pt x="236716" y="28748"/>
                    <a:pt x="233070" y="25103"/>
                    <a:pt x="233070" y="20755"/>
                  </a:cubicBezTo>
                  <a:lnTo>
                    <a:pt x="233771" y="20054"/>
                  </a:lnTo>
                  <a:lnTo>
                    <a:pt x="233070" y="19353"/>
                  </a:lnTo>
                  <a:cubicBezTo>
                    <a:pt x="233070" y="14865"/>
                    <a:pt x="236716" y="11359"/>
                    <a:pt x="241063" y="11359"/>
                  </a:cubicBezTo>
                  <a:close/>
                  <a:moveTo>
                    <a:pt x="163373" y="11359"/>
                  </a:moveTo>
                  <a:cubicBezTo>
                    <a:pt x="167861" y="11359"/>
                    <a:pt x="171367" y="15006"/>
                    <a:pt x="171367" y="19353"/>
                  </a:cubicBezTo>
                  <a:lnTo>
                    <a:pt x="170666" y="20054"/>
                  </a:lnTo>
                  <a:lnTo>
                    <a:pt x="171367" y="20755"/>
                  </a:lnTo>
                  <a:cubicBezTo>
                    <a:pt x="171367" y="25103"/>
                    <a:pt x="167721" y="28748"/>
                    <a:pt x="163373" y="28748"/>
                  </a:cubicBezTo>
                  <a:cubicBezTo>
                    <a:pt x="159026" y="28748"/>
                    <a:pt x="155380" y="25103"/>
                    <a:pt x="155380" y="20755"/>
                  </a:cubicBezTo>
                  <a:lnTo>
                    <a:pt x="156081" y="20054"/>
                  </a:lnTo>
                  <a:lnTo>
                    <a:pt x="155380" y="19353"/>
                  </a:lnTo>
                  <a:cubicBezTo>
                    <a:pt x="155380" y="14865"/>
                    <a:pt x="159026" y="11359"/>
                    <a:pt x="163373" y="11359"/>
                  </a:cubicBezTo>
                  <a:close/>
                  <a:moveTo>
                    <a:pt x="85683" y="11359"/>
                  </a:moveTo>
                  <a:cubicBezTo>
                    <a:pt x="90031" y="11359"/>
                    <a:pt x="93677" y="15006"/>
                    <a:pt x="93677" y="19353"/>
                  </a:cubicBezTo>
                  <a:lnTo>
                    <a:pt x="92976" y="20054"/>
                  </a:lnTo>
                  <a:lnTo>
                    <a:pt x="93677" y="20755"/>
                  </a:lnTo>
                  <a:cubicBezTo>
                    <a:pt x="93677" y="25103"/>
                    <a:pt x="90031" y="28748"/>
                    <a:pt x="85683" y="28748"/>
                  </a:cubicBezTo>
                  <a:cubicBezTo>
                    <a:pt x="81336" y="28748"/>
                    <a:pt x="77690" y="25103"/>
                    <a:pt x="77690" y="20755"/>
                  </a:cubicBezTo>
                  <a:lnTo>
                    <a:pt x="78391" y="20054"/>
                  </a:lnTo>
                  <a:lnTo>
                    <a:pt x="77690" y="19353"/>
                  </a:lnTo>
                  <a:cubicBezTo>
                    <a:pt x="77690" y="14865"/>
                    <a:pt x="81336" y="11359"/>
                    <a:pt x="85683" y="11359"/>
                  </a:cubicBezTo>
                  <a:close/>
                  <a:moveTo>
                    <a:pt x="7993" y="11359"/>
                  </a:moveTo>
                  <a:cubicBezTo>
                    <a:pt x="12341" y="11359"/>
                    <a:pt x="15987" y="15006"/>
                    <a:pt x="15987" y="19353"/>
                  </a:cubicBezTo>
                  <a:lnTo>
                    <a:pt x="15286" y="20054"/>
                  </a:lnTo>
                  <a:lnTo>
                    <a:pt x="15987" y="20755"/>
                  </a:lnTo>
                  <a:cubicBezTo>
                    <a:pt x="15987" y="25103"/>
                    <a:pt x="12341" y="28748"/>
                    <a:pt x="7993" y="28748"/>
                  </a:cubicBezTo>
                  <a:cubicBezTo>
                    <a:pt x="3646" y="28748"/>
                    <a:pt x="0" y="25103"/>
                    <a:pt x="0" y="20755"/>
                  </a:cubicBezTo>
                  <a:lnTo>
                    <a:pt x="701" y="20054"/>
                  </a:lnTo>
                  <a:lnTo>
                    <a:pt x="0" y="19353"/>
                  </a:lnTo>
                  <a:cubicBezTo>
                    <a:pt x="0" y="14865"/>
                    <a:pt x="3646" y="11359"/>
                    <a:pt x="7993" y="11359"/>
                  </a:cubicBezTo>
                  <a:close/>
                  <a:moveTo>
                    <a:pt x="531207" y="0"/>
                  </a:moveTo>
                  <a:lnTo>
                    <a:pt x="725432" y="0"/>
                  </a:lnTo>
                  <a:cubicBezTo>
                    <a:pt x="736230" y="0"/>
                    <a:pt x="744784" y="8694"/>
                    <a:pt x="744784" y="19353"/>
                  </a:cubicBezTo>
                  <a:lnTo>
                    <a:pt x="744176" y="20818"/>
                  </a:lnTo>
                  <a:lnTo>
                    <a:pt x="744784" y="22298"/>
                  </a:lnTo>
                  <a:cubicBezTo>
                    <a:pt x="744784" y="32957"/>
                    <a:pt x="736090" y="41651"/>
                    <a:pt x="725432" y="41651"/>
                  </a:cubicBezTo>
                  <a:lnTo>
                    <a:pt x="531207" y="41651"/>
                  </a:lnTo>
                  <a:cubicBezTo>
                    <a:pt x="520549" y="41651"/>
                    <a:pt x="511855" y="32957"/>
                    <a:pt x="511855" y="22298"/>
                  </a:cubicBezTo>
                  <a:lnTo>
                    <a:pt x="512467" y="20825"/>
                  </a:lnTo>
                  <a:lnTo>
                    <a:pt x="511855" y="19353"/>
                  </a:lnTo>
                  <a:cubicBezTo>
                    <a:pt x="511855" y="8694"/>
                    <a:pt x="520549" y="0"/>
                    <a:pt x="531207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4BE8315-B086-BD08-6EC5-D68E9D66F678}"/>
                </a:ext>
              </a:extLst>
            </p:cNvPr>
            <p:cNvSpPr/>
            <p:nvPr/>
          </p:nvSpPr>
          <p:spPr>
            <a:xfrm flipH="1">
              <a:off x="9002916" y="1613874"/>
              <a:ext cx="2287411" cy="4612397"/>
            </a:xfrm>
            <a:custGeom>
              <a:avLst/>
              <a:gdLst>
                <a:gd name="connsiteX0" fmla="*/ 206323 w 1734327"/>
                <a:gd name="connsiteY0" fmla="*/ 0 h 3486616"/>
                <a:gd name="connsiteX1" fmla="*/ 1528004 w 1734327"/>
                <a:gd name="connsiteY1" fmla="*/ 0 h 3486616"/>
                <a:gd name="connsiteX2" fmla="*/ 1734328 w 1734327"/>
                <a:gd name="connsiteY2" fmla="*/ 206323 h 3486616"/>
                <a:gd name="connsiteX3" fmla="*/ 1734328 w 1734327"/>
                <a:gd name="connsiteY3" fmla="*/ 3280294 h 3486616"/>
                <a:gd name="connsiteX4" fmla="*/ 1528004 w 1734327"/>
                <a:gd name="connsiteY4" fmla="*/ 3486617 h 3486616"/>
                <a:gd name="connsiteX5" fmla="*/ 206323 w 1734327"/>
                <a:gd name="connsiteY5" fmla="*/ 3486617 h 3486616"/>
                <a:gd name="connsiteX6" fmla="*/ 0 w 1734327"/>
                <a:gd name="connsiteY6" fmla="*/ 3280294 h 3486616"/>
                <a:gd name="connsiteX7" fmla="*/ 0 w 1734327"/>
                <a:gd name="connsiteY7" fmla="*/ 206323 h 3486616"/>
                <a:gd name="connsiteX8" fmla="*/ 206323 w 1734327"/>
                <a:gd name="connsiteY8" fmla="*/ 0 h 3486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34327" h="3486616">
                  <a:moveTo>
                    <a:pt x="206323" y="0"/>
                  </a:moveTo>
                  <a:lnTo>
                    <a:pt x="1528004" y="0"/>
                  </a:lnTo>
                  <a:cubicBezTo>
                    <a:pt x="1641838" y="0"/>
                    <a:pt x="1734328" y="92490"/>
                    <a:pt x="1734328" y="206323"/>
                  </a:cubicBezTo>
                  <a:lnTo>
                    <a:pt x="1734328" y="3280294"/>
                  </a:lnTo>
                  <a:cubicBezTo>
                    <a:pt x="1734328" y="3394127"/>
                    <a:pt x="1641838" y="3486617"/>
                    <a:pt x="1528004" y="3486617"/>
                  </a:cubicBezTo>
                  <a:lnTo>
                    <a:pt x="206323" y="3486617"/>
                  </a:lnTo>
                  <a:cubicBezTo>
                    <a:pt x="92490" y="3486617"/>
                    <a:pt x="0" y="3394127"/>
                    <a:pt x="0" y="3280294"/>
                  </a:cubicBezTo>
                  <a:lnTo>
                    <a:pt x="0" y="206323"/>
                  </a:lnTo>
                  <a:cubicBezTo>
                    <a:pt x="0" y="92490"/>
                    <a:pt x="92490" y="0"/>
                    <a:pt x="206323" y="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6D9AB31-E649-8844-3677-2DA533AA1D44}"/>
                </a:ext>
              </a:extLst>
            </p:cNvPr>
            <p:cNvSpPr/>
            <p:nvPr/>
          </p:nvSpPr>
          <p:spPr>
            <a:xfrm flipH="1">
              <a:off x="9929573" y="1772962"/>
              <a:ext cx="384106" cy="46457"/>
            </a:xfrm>
            <a:custGeom>
              <a:avLst/>
              <a:gdLst>
                <a:gd name="connsiteX0" fmla="*/ 291232 w 291231"/>
                <a:gd name="connsiteY0" fmla="*/ 17612 h 35223"/>
                <a:gd name="connsiteX1" fmla="*/ 273620 w 291231"/>
                <a:gd name="connsiteY1" fmla="*/ 35223 h 35223"/>
                <a:gd name="connsiteX2" fmla="*/ 17612 w 291231"/>
                <a:gd name="connsiteY2" fmla="*/ 35223 h 35223"/>
                <a:gd name="connsiteX3" fmla="*/ 0 w 291231"/>
                <a:gd name="connsiteY3" fmla="*/ 17612 h 35223"/>
                <a:gd name="connsiteX4" fmla="*/ 0 w 291231"/>
                <a:gd name="connsiteY4" fmla="*/ 17612 h 35223"/>
                <a:gd name="connsiteX5" fmla="*/ 17612 w 291231"/>
                <a:gd name="connsiteY5" fmla="*/ 0 h 35223"/>
                <a:gd name="connsiteX6" fmla="*/ 273620 w 291231"/>
                <a:gd name="connsiteY6" fmla="*/ 0 h 35223"/>
                <a:gd name="connsiteX7" fmla="*/ 291232 w 291231"/>
                <a:gd name="connsiteY7" fmla="*/ 17612 h 35223"/>
                <a:gd name="connsiteX8" fmla="*/ 291232 w 291231"/>
                <a:gd name="connsiteY8" fmla="*/ 17612 h 3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1231" h="35223">
                  <a:moveTo>
                    <a:pt x="291232" y="17612"/>
                  </a:moveTo>
                  <a:cubicBezTo>
                    <a:pt x="291232" y="27292"/>
                    <a:pt x="283417" y="35223"/>
                    <a:pt x="273620" y="35223"/>
                  </a:cubicBezTo>
                  <a:lnTo>
                    <a:pt x="17612" y="35223"/>
                  </a:lnTo>
                  <a:cubicBezTo>
                    <a:pt x="7931" y="35223"/>
                    <a:pt x="0" y="27409"/>
                    <a:pt x="0" y="17612"/>
                  </a:cubicBezTo>
                  <a:lnTo>
                    <a:pt x="0" y="17612"/>
                  </a:lnTo>
                  <a:cubicBezTo>
                    <a:pt x="0" y="7931"/>
                    <a:pt x="7931" y="0"/>
                    <a:pt x="17612" y="0"/>
                  </a:cubicBezTo>
                  <a:lnTo>
                    <a:pt x="273620" y="0"/>
                  </a:lnTo>
                  <a:cubicBezTo>
                    <a:pt x="283301" y="0"/>
                    <a:pt x="291232" y="7814"/>
                    <a:pt x="291232" y="17612"/>
                  </a:cubicBezTo>
                  <a:lnTo>
                    <a:pt x="291232" y="1761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CCCC8A0-9EF1-06CE-54E9-92EEF7678D5B}"/>
                </a:ext>
              </a:extLst>
            </p:cNvPr>
            <p:cNvSpPr/>
            <p:nvPr/>
          </p:nvSpPr>
          <p:spPr>
            <a:xfrm flipH="1">
              <a:off x="9768094" y="1763024"/>
              <a:ext cx="46456" cy="46457"/>
            </a:xfrm>
            <a:custGeom>
              <a:avLst/>
              <a:gdLst>
                <a:gd name="connsiteX0" fmla="*/ 35223 w 35223"/>
                <a:gd name="connsiteY0" fmla="*/ 17612 h 35223"/>
                <a:gd name="connsiteX1" fmla="*/ 17611 w 35223"/>
                <a:gd name="connsiteY1" fmla="*/ 35223 h 35223"/>
                <a:gd name="connsiteX2" fmla="*/ 0 w 35223"/>
                <a:gd name="connsiteY2" fmla="*/ 17612 h 35223"/>
                <a:gd name="connsiteX3" fmla="*/ 17611 w 35223"/>
                <a:gd name="connsiteY3" fmla="*/ 0 h 35223"/>
                <a:gd name="connsiteX4" fmla="*/ 35223 w 35223"/>
                <a:gd name="connsiteY4" fmla="*/ 17612 h 3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23" h="35223">
                  <a:moveTo>
                    <a:pt x="35223" y="17612"/>
                  </a:moveTo>
                  <a:cubicBezTo>
                    <a:pt x="35223" y="27292"/>
                    <a:pt x="27292" y="35223"/>
                    <a:pt x="17611" y="35223"/>
                  </a:cubicBezTo>
                  <a:cubicBezTo>
                    <a:pt x="7931" y="35223"/>
                    <a:pt x="0" y="27409"/>
                    <a:pt x="0" y="17612"/>
                  </a:cubicBezTo>
                  <a:cubicBezTo>
                    <a:pt x="0" y="7814"/>
                    <a:pt x="7931" y="0"/>
                    <a:pt x="17611" y="0"/>
                  </a:cubicBezTo>
                  <a:cubicBezTo>
                    <a:pt x="27292" y="0"/>
                    <a:pt x="35223" y="7814"/>
                    <a:pt x="35223" y="1761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VI" dirty="0">
                <a:latin typeface="Inclusive Sans" pitchFamily="2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716BA47-7160-6C3F-3F46-1DADFDF869C9}"/>
                </a:ext>
              </a:extLst>
            </p:cNvPr>
            <p:cNvSpPr/>
            <p:nvPr/>
          </p:nvSpPr>
          <p:spPr>
            <a:xfrm flipH="1">
              <a:off x="9104751" y="1720353"/>
              <a:ext cx="2074514" cy="4385614"/>
            </a:xfrm>
            <a:custGeom>
              <a:avLst/>
              <a:gdLst>
                <a:gd name="connsiteX0" fmla="*/ 137302 w 1719273"/>
                <a:gd name="connsiteY0" fmla="*/ 0 h 3634618"/>
                <a:gd name="connsiteX1" fmla="*/ 359382 w 1719273"/>
                <a:gd name="connsiteY1" fmla="*/ 0 h 3634618"/>
                <a:gd name="connsiteX2" fmla="*/ 402472 w 1719273"/>
                <a:gd name="connsiteY2" fmla="*/ 43090 h 3634618"/>
                <a:gd name="connsiteX3" fmla="*/ 402472 w 1719273"/>
                <a:gd name="connsiteY3" fmla="*/ 71137 h 3634618"/>
                <a:gd name="connsiteX4" fmla="*/ 503952 w 1719273"/>
                <a:gd name="connsiteY4" fmla="*/ 172616 h 3634618"/>
                <a:gd name="connsiteX5" fmla="*/ 1215067 w 1719273"/>
                <a:gd name="connsiteY5" fmla="*/ 172616 h 3634618"/>
                <a:gd name="connsiteX6" fmla="*/ 1316546 w 1719273"/>
                <a:gd name="connsiteY6" fmla="*/ 71137 h 3634618"/>
                <a:gd name="connsiteX7" fmla="*/ 1316546 w 1719273"/>
                <a:gd name="connsiteY7" fmla="*/ 43090 h 3634618"/>
                <a:gd name="connsiteX8" fmla="*/ 1359636 w 1719273"/>
                <a:gd name="connsiteY8" fmla="*/ 0 h 3634618"/>
                <a:gd name="connsiteX9" fmla="*/ 1581844 w 1719273"/>
                <a:gd name="connsiteY9" fmla="*/ 0 h 3634618"/>
                <a:gd name="connsiteX10" fmla="*/ 1581972 w 1719273"/>
                <a:gd name="connsiteY10" fmla="*/ 0 h 3634618"/>
                <a:gd name="connsiteX11" fmla="*/ 1719273 w 1719273"/>
                <a:gd name="connsiteY11" fmla="*/ 137302 h 3634618"/>
                <a:gd name="connsiteX12" fmla="*/ 1719273 w 1719273"/>
                <a:gd name="connsiteY12" fmla="*/ 3497316 h 3634618"/>
                <a:gd name="connsiteX13" fmla="*/ 1581972 w 1719273"/>
                <a:gd name="connsiteY13" fmla="*/ 3634618 h 3634618"/>
                <a:gd name="connsiteX14" fmla="*/ 137302 w 1719273"/>
                <a:gd name="connsiteY14" fmla="*/ 3634618 h 3634618"/>
                <a:gd name="connsiteX15" fmla="*/ 0 w 1719273"/>
                <a:gd name="connsiteY15" fmla="*/ 3497316 h 3634618"/>
                <a:gd name="connsiteX16" fmla="*/ 0 w 1719273"/>
                <a:gd name="connsiteY16" fmla="*/ 137302 h 3634618"/>
                <a:gd name="connsiteX17" fmla="*/ 137302 w 1719273"/>
                <a:gd name="connsiteY17" fmla="*/ 0 h 3634618"/>
                <a:gd name="connsiteX18" fmla="*/ 34097 w 1719273"/>
                <a:gd name="connsiteY18" fmla="*/ 215657 h 3634618"/>
                <a:gd name="connsiteX19" fmla="*/ 34097 w 1719273"/>
                <a:gd name="connsiteY19" fmla="*/ 3184085 h 3634618"/>
                <a:gd name="connsiteX20" fmla="*/ 1685172 w 1719273"/>
                <a:gd name="connsiteY20" fmla="*/ 3184085 h 3634618"/>
                <a:gd name="connsiteX21" fmla="*/ 1681379 w 1719273"/>
                <a:gd name="connsiteY21" fmla="*/ 2372882 h 3634618"/>
                <a:gd name="connsiteX22" fmla="*/ 1681379 w 1719273"/>
                <a:gd name="connsiteY22" fmla="*/ 215657 h 3634618"/>
                <a:gd name="connsiteX23" fmla="*/ 34097 w 1719273"/>
                <a:gd name="connsiteY23" fmla="*/ 215657 h 363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9273" h="3634618">
                  <a:moveTo>
                    <a:pt x="137302" y="0"/>
                  </a:moveTo>
                  <a:lnTo>
                    <a:pt x="359382" y="0"/>
                  </a:lnTo>
                  <a:cubicBezTo>
                    <a:pt x="383223" y="0"/>
                    <a:pt x="402472" y="19251"/>
                    <a:pt x="402472" y="43090"/>
                  </a:cubicBezTo>
                  <a:lnTo>
                    <a:pt x="402472" y="71137"/>
                  </a:lnTo>
                  <a:cubicBezTo>
                    <a:pt x="402472" y="127104"/>
                    <a:pt x="447858" y="172616"/>
                    <a:pt x="503952" y="172616"/>
                  </a:cubicBezTo>
                  <a:lnTo>
                    <a:pt x="1215067" y="172616"/>
                  </a:lnTo>
                  <a:cubicBezTo>
                    <a:pt x="1271161" y="172616"/>
                    <a:pt x="1316546" y="127230"/>
                    <a:pt x="1316546" y="71137"/>
                  </a:cubicBezTo>
                  <a:lnTo>
                    <a:pt x="1316546" y="43090"/>
                  </a:lnTo>
                  <a:cubicBezTo>
                    <a:pt x="1316546" y="19251"/>
                    <a:pt x="1335796" y="0"/>
                    <a:pt x="1359636" y="0"/>
                  </a:cubicBezTo>
                  <a:lnTo>
                    <a:pt x="1581844" y="0"/>
                  </a:lnTo>
                  <a:lnTo>
                    <a:pt x="1581972" y="0"/>
                  </a:lnTo>
                  <a:cubicBezTo>
                    <a:pt x="1657698" y="0"/>
                    <a:pt x="1719273" y="61576"/>
                    <a:pt x="1719273" y="137302"/>
                  </a:cubicBezTo>
                  <a:lnTo>
                    <a:pt x="1719273" y="3497316"/>
                  </a:lnTo>
                  <a:cubicBezTo>
                    <a:pt x="1719273" y="3573043"/>
                    <a:pt x="1657698" y="3634618"/>
                    <a:pt x="1581972" y="3634618"/>
                  </a:cubicBezTo>
                  <a:lnTo>
                    <a:pt x="137302" y="3634618"/>
                  </a:lnTo>
                  <a:cubicBezTo>
                    <a:pt x="61576" y="3634618"/>
                    <a:pt x="0" y="3573043"/>
                    <a:pt x="0" y="3497316"/>
                  </a:cubicBezTo>
                  <a:lnTo>
                    <a:pt x="0" y="137302"/>
                  </a:lnTo>
                  <a:cubicBezTo>
                    <a:pt x="0" y="61576"/>
                    <a:pt x="61576" y="0"/>
                    <a:pt x="137302" y="0"/>
                  </a:cubicBezTo>
                  <a:close/>
                  <a:moveTo>
                    <a:pt x="34097" y="215657"/>
                  </a:moveTo>
                  <a:lnTo>
                    <a:pt x="34097" y="3184085"/>
                  </a:lnTo>
                  <a:lnTo>
                    <a:pt x="1685172" y="3184085"/>
                  </a:lnTo>
                  <a:cubicBezTo>
                    <a:pt x="1685325" y="2911860"/>
                    <a:pt x="1681226" y="2645108"/>
                    <a:pt x="1681379" y="2372882"/>
                  </a:cubicBezTo>
                  <a:lnTo>
                    <a:pt x="1681379" y="215657"/>
                  </a:lnTo>
                  <a:lnTo>
                    <a:pt x="34097" y="2156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99000" sy="99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5254B8A-65EF-A959-47A0-CC571038C63D}"/>
                </a:ext>
              </a:extLst>
            </p:cNvPr>
            <p:cNvSpPr/>
            <p:nvPr/>
          </p:nvSpPr>
          <p:spPr>
            <a:xfrm flipH="1">
              <a:off x="9130280" y="1962660"/>
              <a:ext cx="2012152" cy="3617590"/>
            </a:xfrm>
            <a:custGeom>
              <a:avLst/>
              <a:gdLst>
                <a:gd name="connsiteX0" fmla="*/ 2637480 w 2815146"/>
                <a:gd name="connsiteY0" fmla="*/ 432913 h 3939832"/>
                <a:gd name="connsiteX1" fmla="*/ 155489 w 2815146"/>
                <a:gd name="connsiteY1" fmla="*/ 432913 h 3939832"/>
                <a:gd name="connsiteX2" fmla="*/ 155490 w 2815146"/>
                <a:gd name="connsiteY2" fmla="*/ 2914898 h 3939832"/>
                <a:gd name="connsiteX3" fmla="*/ 2637480 w 2815146"/>
                <a:gd name="connsiteY3" fmla="*/ 2914898 h 3939832"/>
                <a:gd name="connsiteX4" fmla="*/ 2815146 w 2815146"/>
                <a:gd name="connsiteY4" fmla="*/ 0 h 3939832"/>
                <a:gd name="connsiteX5" fmla="*/ 2815146 w 2815146"/>
                <a:gd name="connsiteY5" fmla="*/ 2863167 h 3939832"/>
                <a:gd name="connsiteX6" fmla="*/ 2523724 w 2815146"/>
                <a:gd name="connsiteY6" fmla="*/ 3939832 h 3939832"/>
                <a:gd name="connsiteX7" fmla="*/ 0 w 2815146"/>
                <a:gd name="connsiteY7" fmla="*/ 3939832 h 3939832"/>
                <a:gd name="connsiteX8" fmla="*/ 0 w 2815146"/>
                <a:gd name="connsiteY8" fmla="*/ 0 h 3939832"/>
                <a:gd name="connsiteX0" fmla="*/ 2637480 w 2815146"/>
                <a:gd name="connsiteY0" fmla="*/ 432913 h 3947098"/>
                <a:gd name="connsiteX1" fmla="*/ 155489 w 2815146"/>
                <a:gd name="connsiteY1" fmla="*/ 432913 h 3947098"/>
                <a:gd name="connsiteX2" fmla="*/ 155490 w 2815146"/>
                <a:gd name="connsiteY2" fmla="*/ 2914898 h 3947098"/>
                <a:gd name="connsiteX3" fmla="*/ 2637480 w 2815146"/>
                <a:gd name="connsiteY3" fmla="*/ 2914898 h 3947098"/>
                <a:gd name="connsiteX4" fmla="*/ 2637480 w 2815146"/>
                <a:gd name="connsiteY4" fmla="*/ 432913 h 3947098"/>
                <a:gd name="connsiteX5" fmla="*/ 2815146 w 2815146"/>
                <a:gd name="connsiteY5" fmla="*/ 0 h 3947098"/>
                <a:gd name="connsiteX6" fmla="*/ 2815146 w 2815146"/>
                <a:gd name="connsiteY6" fmla="*/ 2863167 h 3947098"/>
                <a:gd name="connsiteX7" fmla="*/ 2814362 w 2815146"/>
                <a:gd name="connsiteY7" fmla="*/ 3947098 h 3947098"/>
                <a:gd name="connsiteX8" fmla="*/ 0 w 2815146"/>
                <a:gd name="connsiteY8" fmla="*/ 3939832 h 3947098"/>
                <a:gd name="connsiteX9" fmla="*/ 0 w 2815146"/>
                <a:gd name="connsiteY9" fmla="*/ 0 h 3947098"/>
                <a:gd name="connsiteX10" fmla="*/ 2815146 w 2815146"/>
                <a:gd name="connsiteY10" fmla="*/ 0 h 3947098"/>
                <a:gd name="connsiteX0" fmla="*/ 2637480 w 2821635"/>
                <a:gd name="connsiteY0" fmla="*/ 432913 h 3939832"/>
                <a:gd name="connsiteX1" fmla="*/ 155489 w 2821635"/>
                <a:gd name="connsiteY1" fmla="*/ 432913 h 3939832"/>
                <a:gd name="connsiteX2" fmla="*/ 155490 w 2821635"/>
                <a:gd name="connsiteY2" fmla="*/ 2914898 h 3939832"/>
                <a:gd name="connsiteX3" fmla="*/ 2637480 w 2821635"/>
                <a:gd name="connsiteY3" fmla="*/ 2914898 h 3939832"/>
                <a:gd name="connsiteX4" fmla="*/ 2637480 w 2821635"/>
                <a:gd name="connsiteY4" fmla="*/ 432913 h 3939832"/>
                <a:gd name="connsiteX5" fmla="*/ 2815146 w 2821635"/>
                <a:gd name="connsiteY5" fmla="*/ 0 h 3939832"/>
                <a:gd name="connsiteX6" fmla="*/ 2815146 w 2821635"/>
                <a:gd name="connsiteY6" fmla="*/ 2863167 h 3939832"/>
                <a:gd name="connsiteX7" fmla="*/ 2821628 w 2821635"/>
                <a:gd name="connsiteY7" fmla="*/ 3939832 h 3939832"/>
                <a:gd name="connsiteX8" fmla="*/ 0 w 2821635"/>
                <a:gd name="connsiteY8" fmla="*/ 3939832 h 3939832"/>
                <a:gd name="connsiteX9" fmla="*/ 0 w 2821635"/>
                <a:gd name="connsiteY9" fmla="*/ 0 h 3939832"/>
                <a:gd name="connsiteX10" fmla="*/ 2815146 w 2821635"/>
                <a:gd name="connsiteY10" fmla="*/ 0 h 3939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21635" h="3939832">
                  <a:moveTo>
                    <a:pt x="2637480" y="432913"/>
                  </a:moveTo>
                  <a:lnTo>
                    <a:pt x="155489" y="432913"/>
                  </a:lnTo>
                  <a:cubicBezTo>
                    <a:pt x="155489" y="1260241"/>
                    <a:pt x="155490" y="2087570"/>
                    <a:pt x="155490" y="2914898"/>
                  </a:cubicBezTo>
                  <a:lnTo>
                    <a:pt x="2637480" y="2914898"/>
                  </a:lnTo>
                  <a:lnTo>
                    <a:pt x="2637480" y="432913"/>
                  </a:lnTo>
                  <a:close/>
                  <a:moveTo>
                    <a:pt x="2815146" y="0"/>
                  </a:moveTo>
                  <a:lnTo>
                    <a:pt x="2815146" y="2863167"/>
                  </a:lnTo>
                  <a:cubicBezTo>
                    <a:pt x="2814885" y="3224477"/>
                    <a:pt x="2821889" y="3578522"/>
                    <a:pt x="2821628" y="3939832"/>
                  </a:cubicBezTo>
                  <a:lnTo>
                    <a:pt x="0" y="3939832"/>
                  </a:lnTo>
                  <a:lnTo>
                    <a:pt x="0" y="0"/>
                  </a:lnTo>
                  <a:lnTo>
                    <a:pt x="281514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40F6CAA5-6992-E2D3-0679-6442021611A1}"/>
                </a:ext>
              </a:extLst>
            </p:cNvPr>
            <p:cNvSpPr/>
            <p:nvPr/>
          </p:nvSpPr>
          <p:spPr bwMode="auto">
            <a:xfrm flipH="1">
              <a:off x="9215836" y="2350087"/>
              <a:ext cx="1827817" cy="2301772"/>
            </a:xfrm>
            <a:custGeom>
              <a:avLst/>
              <a:gdLst>
                <a:gd name="connsiteX0" fmla="*/ 0 w 1452337"/>
                <a:gd name="connsiteY0" fmla="*/ 0 h 1870028"/>
                <a:gd name="connsiteX1" fmla="*/ 1452337 w 1452337"/>
                <a:gd name="connsiteY1" fmla="*/ 0 h 1870028"/>
                <a:gd name="connsiteX2" fmla="*/ 1452337 w 1452337"/>
                <a:gd name="connsiteY2" fmla="*/ 1870028 h 1870028"/>
                <a:gd name="connsiteX3" fmla="*/ 1 w 1452337"/>
                <a:gd name="connsiteY3" fmla="*/ 1870028 h 1870028"/>
                <a:gd name="connsiteX4" fmla="*/ 0 w 1452337"/>
                <a:gd name="connsiteY4" fmla="*/ 0 h 18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2337" h="1870028">
                  <a:moveTo>
                    <a:pt x="0" y="0"/>
                  </a:moveTo>
                  <a:lnTo>
                    <a:pt x="1452337" y="0"/>
                  </a:lnTo>
                  <a:lnTo>
                    <a:pt x="1452337" y="1870028"/>
                  </a:lnTo>
                  <a:lnTo>
                    <a:pt x="1" y="1870028"/>
                  </a:lnTo>
                  <a:cubicBezTo>
                    <a:pt x="1" y="1246685"/>
                    <a:pt x="0" y="623342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6283101-1DEA-D4EC-210F-2D1982F8BCFE}"/>
              </a:ext>
            </a:extLst>
          </p:cNvPr>
          <p:cNvGrpSpPr/>
          <p:nvPr/>
        </p:nvGrpSpPr>
        <p:grpSpPr>
          <a:xfrm flipH="1">
            <a:off x="9309748" y="2077105"/>
            <a:ext cx="1638861" cy="2796339"/>
            <a:chOff x="1827031" y="1656520"/>
            <a:chExt cx="1643448" cy="2804165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D8BD23A-59C5-8833-326B-5FA0388310ED}"/>
                </a:ext>
              </a:extLst>
            </p:cNvPr>
            <p:cNvSpPr/>
            <p:nvPr/>
          </p:nvSpPr>
          <p:spPr bwMode="auto">
            <a:xfrm>
              <a:off x="2074735" y="1656520"/>
              <a:ext cx="1395744" cy="2804165"/>
            </a:xfrm>
            <a:custGeom>
              <a:avLst/>
              <a:gdLst>
                <a:gd name="connsiteX0" fmla="*/ 372101 w 1395744"/>
                <a:gd name="connsiteY0" fmla="*/ 2682895 h 2804165"/>
                <a:gd name="connsiteX1" fmla="*/ 293013 w 1395744"/>
                <a:gd name="connsiteY1" fmla="*/ 2721040 h 2804165"/>
                <a:gd name="connsiteX2" fmla="*/ 293108 w 1395744"/>
                <a:gd name="connsiteY2" fmla="*/ 2788389 h 2804165"/>
                <a:gd name="connsiteX3" fmla="*/ 79084 w 1395744"/>
                <a:gd name="connsiteY3" fmla="*/ 2677349 h 2804165"/>
                <a:gd name="connsiteX4" fmla="*/ 25527 w 1395744"/>
                <a:gd name="connsiteY4" fmla="*/ 2693578 h 2804165"/>
                <a:gd name="connsiteX5" fmla="*/ 8893 w 1395744"/>
                <a:gd name="connsiteY5" fmla="*/ 2746976 h 2804165"/>
                <a:gd name="connsiteX6" fmla="*/ 55135 w 1395744"/>
                <a:gd name="connsiteY6" fmla="*/ 2794274 h 2804165"/>
                <a:gd name="connsiteX7" fmla="*/ 90143 w 1395744"/>
                <a:gd name="connsiteY7" fmla="*/ 2791065 h 2804165"/>
                <a:gd name="connsiteX8" fmla="*/ 96783 w 1395744"/>
                <a:gd name="connsiteY8" fmla="*/ 2789699 h 2804165"/>
                <a:gd name="connsiteX9" fmla="*/ 101359 w 1395744"/>
                <a:gd name="connsiteY9" fmla="*/ 2790382 h 2804165"/>
                <a:gd name="connsiteX10" fmla="*/ 120250 w 1395744"/>
                <a:gd name="connsiteY10" fmla="*/ 2796174 h 2804165"/>
                <a:gd name="connsiteX11" fmla="*/ 122300 w 1395744"/>
                <a:gd name="connsiteY11" fmla="*/ 2795720 h 2804165"/>
                <a:gd name="connsiteX12" fmla="*/ 122983 w 1395744"/>
                <a:gd name="connsiteY12" fmla="*/ 2793734 h 2804165"/>
                <a:gd name="connsiteX13" fmla="*/ 119130 w 1395744"/>
                <a:gd name="connsiteY13" fmla="*/ 2773247 h 2804165"/>
                <a:gd name="connsiteX14" fmla="*/ 120765 w 1395744"/>
                <a:gd name="connsiteY14" fmla="*/ 2762737 h 2804165"/>
                <a:gd name="connsiteX15" fmla="*/ 120765 w 1395744"/>
                <a:gd name="connsiteY15" fmla="*/ 2762729 h 2804165"/>
                <a:gd name="connsiteX16" fmla="*/ 125547 w 1395744"/>
                <a:gd name="connsiteY16" fmla="*/ 2721795 h 2804165"/>
                <a:gd name="connsiteX17" fmla="*/ 79084 w 1395744"/>
                <a:gd name="connsiteY17" fmla="*/ 2677349 h 2804165"/>
                <a:gd name="connsiteX18" fmla="*/ 245715 w 1395744"/>
                <a:gd name="connsiteY18" fmla="*/ 2676260 h 2804165"/>
                <a:gd name="connsiteX19" fmla="*/ 289677 w 1395744"/>
                <a:gd name="connsiteY19" fmla="*/ 2713899 h 2804165"/>
                <a:gd name="connsiteX20" fmla="*/ 367694 w 1395744"/>
                <a:gd name="connsiteY20" fmla="*/ 2676260 h 2804165"/>
                <a:gd name="connsiteX21" fmla="*/ 80531 w 1395744"/>
                <a:gd name="connsiteY21" fmla="*/ 2669594 h 2804165"/>
                <a:gd name="connsiteX22" fmla="*/ 133230 w 1395744"/>
                <a:gd name="connsiteY22" fmla="*/ 2720007 h 2804165"/>
                <a:gd name="connsiteX23" fmla="*/ 127797 w 1395744"/>
                <a:gd name="connsiteY23" fmla="*/ 2766304 h 2804165"/>
                <a:gd name="connsiteX24" fmla="*/ 126875 w 1395744"/>
                <a:gd name="connsiteY24" fmla="*/ 2771786 h 2804165"/>
                <a:gd name="connsiteX25" fmla="*/ 130728 w 1395744"/>
                <a:gd name="connsiteY25" fmla="*/ 2792282 h 2804165"/>
                <a:gd name="connsiteX26" fmla="*/ 127566 w 1395744"/>
                <a:gd name="connsiteY26" fmla="*/ 2801599 h 2804165"/>
                <a:gd name="connsiteX27" fmla="*/ 120909 w 1395744"/>
                <a:gd name="connsiteY27" fmla="*/ 2804165 h 2804165"/>
                <a:gd name="connsiteX28" fmla="*/ 117937 w 1395744"/>
                <a:gd name="connsiteY28" fmla="*/ 2803712 h 2804165"/>
                <a:gd name="connsiteX29" fmla="*/ 99048 w 1395744"/>
                <a:gd name="connsiteY29" fmla="*/ 2797922 h 2804165"/>
                <a:gd name="connsiteX30" fmla="*/ 93161 w 1395744"/>
                <a:gd name="connsiteY30" fmla="*/ 2798351 h 2804165"/>
                <a:gd name="connsiteX31" fmla="*/ 53538 w 1395744"/>
                <a:gd name="connsiteY31" fmla="*/ 2802005 h 2804165"/>
                <a:gd name="connsiteX32" fmla="*/ 1132 w 1395744"/>
                <a:gd name="connsiteY32" fmla="*/ 2748368 h 2804165"/>
                <a:gd name="connsiteX33" fmla="*/ 19975 w 1395744"/>
                <a:gd name="connsiteY33" fmla="*/ 2687977 h 2804165"/>
                <a:gd name="connsiteX34" fmla="*/ 80531 w 1395744"/>
                <a:gd name="connsiteY34" fmla="*/ 2669594 h 2804165"/>
                <a:gd name="connsiteX35" fmla="*/ 235047 w 1395744"/>
                <a:gd name="connsiteY35" fmla="*/ 2668372 h 2804165"/>
                <a:gd name="connsiteX36" fmla="*/ 384947 w 1395744"/>
                <a:gd name="connsiteY36" fmla="*/ 2668372 h 2804165"/>
                <a:gd name="connsiteX37" fmla="*/ 388475 w 1395744"/>
                <a:gd name="connsiteY37" fmla="*/ 2670549 h 2804165"/>
                <a:gd name="connsiteX38" fmla="*/ 388109 w 1395744"/>
                <a:gd name="connsiteY38" fmla="*/ 2674687 h 2804165"/>
                <a:gd name="connsiteX39" fmla="*/ 292338 w 1395744"/>
                <a:gd name="connsiteY39" fmla="*/ 2802577 h 2804165"/>
                <a:gd name="connsiteX40" fmla="*/ 289177 w 1395744"/>
                <a:gd name="connsiteY40" fmla="*/ 2804157 h 2804165"/>
                <a:gd name="connsiteX41" fmla="*/ 287937 w 1395744"/>
                <a:gd name="connsiteY41" fmla="*/ 2803958 h 2804165"/>
                <a:gd name="connsiteX42" fmla="*/ 285236 w 1395744"/>
                <a:gd name="connsiteY42" fmla="*/ 2800217 h 2804165"/>
                <a:gd name="connsiteX43" fmla="*/ 285133 w 1395744"/>
                <a:gd name="connsiteY43" fmla="*/ 2720389 h 2804165"/>
                <a:gd name="connsiteX44" fmla="*/ 232482 w 1395744"/>
                <a:gd name="connsiteY44" fmla="*/ 2675316 h 2804165"/>
                <a:gd name="connsiteX45" fmla="*/ 231345 w 1395744"/>
                <a:gd name="connsiteY45" fmla="*/ 2670954 h 2804165"/>
                <a:gd name="connsiteX46" fmla="*/ 235047 w 1395744"/>
                <a:gd name="connsiteY46" fmla="*/ 2668372 h 2804165"/>
                <a:gd name="connsiteX47" fmla="*/ 1222871 w 1395744"/>
                <a:gd name="connsiteY47" fmla="*/ 2649925 h 2804165"/>
                <a:gd name="connsiteX48" fmla="*/ 1217382 w 1395744"/>
                <a:gd name="connsiteY48" fmla="*/ 2655407 h 2804165"/>
                <a:gd name="connsiteX49" fmla="*/ 1217382 w 1395744"/>
                <a:gd name="connsiteY49" fmla="*/ 2782167 h 2804165"/>
                <a:gd name="connsiteX50" fmla="*/ 1218455 w 1395744"/>
                <a:gd name="connsiteY50" fmla="*/ 2783835 h 2804165"/>
                <a:gd name="connsiteX51" fmla="*/ 1220409 w 1395744"/>
                <a:gd name="connsiteY51" fmla="*/ 2783564 h 2804165"/>
                <a:gd name="connsiteX52" fmla="*/ 1273204 w 1395744"/>
                <a:gd name="connsiteY52" fmla="*/ 2738317 h 2804165"/>
                <a:gd name="connsiteX53" fmla="*/ 1278335 w 1395744"/>
                <a:gd name="connsiteY53" fmla="*/ 2738317 h 2804165"/>
                <a:gd name="connsiteX54" fmla="*/ 1331122 w 1395744"/>
                <a:gd name="connsiteY54" fmla="*/ 2783564 h 2804165"/>
                <a:gd name="connsiteX55" fmla="*/ 1331122 w 1395744"/>
                <a:gd name="connsiteY55" fmla="*/ 2783557 h 2804165"/>
                <a:gd name="connsiteX56" fmla="*/ 1333085 w 1395744"/>
                <a:gd name="connsiteY56" fmla="*/ 2783835 h 2804165"/>
                <a:gd name="connsiteX57" fmla="*/ 1334156 w 1395744"/>
                <a:gd name="connsiteY57" fmla="*/ 2782167 h 2804165"/>
                <a:gd name="connsiteX58" fmla="*/ 1334156 w 1395744"/>
                <a:gd name="connsiteY58" fmla="*/ 2655407 h 2804165"/>
                <a:gd name="connsiteX59" fmla="*/ 1328667 w 1395744"/>
                <a:gd name="connsiteY59" fmla="*/ 2649925 h 2804165"/>
                <a:gd name="connsiteX60" fmla="*/ 1222871 w 1395744"/>
                <a:gd name="connsiteY60" fmla="*/ 2642037 h 2804165"/>
                <a:gd name="connsiteX61" fmla="*/ 1328676 w 1395744"/>
                <a:gd name="connsiteY61" fmla="*/ 2642037 h 2804165"/>
                <a:gd name="connsiteX62" fmla="*/ 1342045 w 1395744"/>
                <a:gd name="connsiteY62" fmla="*/ 2655407 h 2804165"/>
                <a:gd name="connsiteX63" fmla="*/ 1342045 w 1395744"/>
                <a:gd name="connsiteY63" fmla="*/ 2782167 h 2804165"/>
                <a:gd name="connsiteX64" fmla="*/ 1336389 w 1395744"/>
                <a:gd name="connsiteY64" fmla="*/ 2791000 h 2804165"/>
                <a:gd name="connsiteX65" fmla="*/ 1325991 w 1395744"/>
                <a:gd name="connsiteY65" fmla="*/ 2789554 h 2804165"/>
                <a:gd name="connsiteX66" fmla="*/ 1275769 w 1395744"/>
                <a:gd name="connsiteY66" fmla="*/ 2746499 h 2804165"/>
                <a:gd name="connsiteX67" fmla="*/ 1225541 w 1395744"/>
                <a:gd name="connsiteY67" fmla="*/ 2789554 h 2804165"/>
                <a:gd name="connsiteX68" fmla="*/ 1219249 w 1395744"/>
                <a:gd name="connsiteY68" fmla="*/ 2791906 h 2804165"/>
                <a:gd name="connsiteX69" fmla="*/ 1215158 w 1395744"/>
                <a:gd name="connsiteY69" fmla="*/ 2791000 h 2804165"/>
                <a:gd name="connsiteX70" fmla="*/ 1209502 w 1395744"/>
                <a:gd name="connsiteY70" fmla="*/ 2782167 h 2804165"/>
                <a:gd name="connsiteX71" fmla="*/ 1209502 w 1395744"/>
                <a:gd name="connsiteY71" fmla="*/ 2655407 h 2804165"/>
                <a:gd name="connsiteX72" fmla="*/ 1222871 w 1395744"/>
                <a:gd name="connsiteY72" fmla="*/ 2642037 h 2804165"/>
                <a:gd name="connsiteX73" fmla="*/ 1383786 w 1395744"/>
                <a:gd name="connsiteY73" fmla="*/ 0 h 2804165"/>
                <a:gd name="connsiteX74" fmla="*/ 1395744 w 1395744"/>
                <a:gd name="connsiteY74" fmla="*/ 11483 h 2804165"/>
                <a:gd name="connsiteX75" fmla="*/ 1383786 w 1395744"/>
                <a:gd name="connsiteY75" fmla="*/ 23123 h 2804165"/>
                <a:gd name="connsiteX76" fmla="*/ 1371665 w 1395744"/>
                <a:gd name="connsiteY76" fmla="*/ 11483 h 2804165"/>
                <a:gd name="connsiteX77" fmla="*/ 1383786 w 1395744"/>
                <a:gd name="connsiteY77" fmla="*/ 0 h 2804165"/>
                <a:gd name="connsiteX78" fmla="*/ 1340261 w 1395744"/>
                <a:gd name="connsiteY78" fmla="*/ 0 h 2804165"/>
                <a:gd name="connsiteX79" fmla="*/ 1352218 w 1395744"/>
                <a:gd name="connsiteY79" fmla="*/ 11483 h 2804165"/>
                <a:gd name="connsiteX80" fmla="*/ 1340261 w 1395744"/>
                <a:gd name="connsiteY80" fmla="*/ 23123 h 2804165"/>
                <a:gd name="connsiteX81" fmla="*/ 1328140 w 1395744"/>
                <a:gd name="connsiteY81" fmla="*/ 11483 h 2804165"/>
                <a:gd name="connsiteX82" fmla="*/ 1340261 w 1395744"/>
                <a:gd name="connsiteY82" fmla="*/ 0 h 2804165"/>
                <a:gd name="connsiteX83" fmla="*/ 1296738 w 1395744"/>
                <a:gd name="connsiteY83" fmla="*/ 0 h 2804165"/>
                <a:gd name="connsiteX84" fmla="*/ 1308694 w 1395744"/>
                <a:gd name="connsiteY84" fmla="*/ 11483 h 2804165"/>
                <a:gd name="connsiteX85" fmla="*/ 1296738 w 1395744"/>
                <a:gd name="connsiteY85" fmla="*/ 23123 h 2804165"/>
                <a:gd name="connsiteX86" fmla="*/ 1284616 w 1395744"/>
                <a:gd name="connsiteY86" fmla="*/ 11483 h 2804165"/>
                <a:gd name="connsiteX87" fmla="*/ 1296738 w 1395744"/>
                <a:gd name="connsiteY87" fmla="*/ 0 h 280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395744" h="2804165">
                  <a:moveTo>
                    <a:pt x="372101" y="2682895"/>
                  </a:moveTo>
                  <a:lnTo>
                    <a:pt x="293013" y="2721040"/>
                  </a:lnTo>
                  <a:lnTo>
                    <a:pt x="293108" y="2788389"/>
                  </a:lnTo>
                  <a:close/>
                  <a:moveTo>
                    <a:pt x="79084" y="2677349"/>
                  </a:moveTo>
                  <a:cubicBezTo>
                    <a:pt x="59194" y="2673631"/>
                    <a:pt x="39668" y="2679549"/>
                    <a:pt x="25527" y="2693578"/>
                  </a:cubicBezTo>
                  <a:cubicBezTo>
                    <a:pt x="11388" y="2707607"/>
                    <a:pt x="5326" y="2727069"/>
                    <a:pt x="8893" y="2746976"/>
                  </a:cubicBezTo>
                  <a:cubicBezTo>
                    <a:pt x="13088" y="2770412"/>
                    <a:pt x="31669" y="2789422"/>
                    <a:pt x="55135" y="2794274"/>
                  </a:cubicBezTo>
                  <a:cubicBezTo>
                    <a:pt x="67010" y="2796729"/>
                    <a:pt x="79109" y="2795617"/>
                    <a:pt x="90143" y="2791065"/>
                  </a:cubicBezTo>
                  <a:cubicBezTo>
                    <a:pt x="92343" y="2790160"/>
                    <a:pt x="94582" y="2789699"/>
                    <a:pt x="96783" y="2789699"/>
                  </a:cubicBezTo>
                  <a:cubicBezTo>
                    <a:pt x="98341" y="2789699"/>
                    <a:pt x="99873" y="2789929"/>
                    <a:pt x="101359" y="2790382"/>
                  </a:cubicBezTo>
                  <a:lnTo>
                    <a:pt x="120250" y="2796174"/>
                  </a:lnTo>
                  <a:cubicBezTo>
                    <a:pt x="121314" y="2796507"/>
                    <a:pt x="122037" y="2795967"/>
                    <a:pt x="122300" y="2795720"/>
                  </a:cubicBezTo>
                  <a:cubicBezTo>
                    <a:pt x="122569" y="2795483"/>
                    <a:pt x="123181" y="2794806"/>
                    <a:pt x="122983" y="2793734"/>
                  </a:cubicBezTo>
                  <a:lnTo>
                    <a:pt x="119130" y="2773247"/>
                  </a:lnTo>
                  <a:cubicBezTo>
                    <a:pt x="118470" y="2769775"/>
                    <a:pt x="119034" y="2766137"/>
                    <a:pt x="120765" y="2762737"/>
                  </a:cubicBezTo>
                  <a:lnTo>
                    <a:pt x="120765" y="2762729"/>
                  </a:lnTo>
                  <a:cubicBezTo>
                    <a:pt x="127185" y="2750075"/>
                    <a:pt x="128836" y="2735919"/>
                    <a:pt x="125547" y="2721795"/>
                  </a:cubicBezTo>
                  <a:cubicBezTo>
                    <a:pt x="120329" y="2699424"/>
                    <a:pt x="101661" y="2681559"/>
                    <a:pt x="79084" y="2677349"/>
                  </a:cubicBezTo>
                  <a:close/>
                  <a:moveTo>
                    <a:pt x="245715" y="2676260"/>
                  </a:moveTo>
                  <a:lnTo>
                    <a:pt x="289677" y="2713899"/>
                  </a:lnTo>
                  <a:lnTo>
                    <a:pt x="367694" y="2676260"/>
                  </a:lnTo>
                  <a:close/>
                  <a:moveTo>
                    <a:pt x="80531" y="2669594"/>
                  </a:moveTo>
                  <a:cubicBezTo>
                    <a:pt x="106133" y="2674377"/>
                    <a:pt x="127312" y="2694635"/>
                    <a:pt x="133230" y="2720007"/>
                  </a:cubicBezTo>
                  <a:cubicBezTo>
                    <a:pt x="136948" y="2735959"/>
                    <a:pt x="135064" y="2751973"/>
                    <a:pt x="127797" y="2766304"/>
                  </a:cubicBezTo>
                  <a:cubicBezTo>
                    <a:pt x="127144" y="2767584"/>
                    <a:pt x="126461" y="2769577"/>
                    <a:pt x="126875" y="2771786"/>
                  </a:cubicBezTo>
                  <a:lnTo>
                    <a:pt x="130728" y="2792282"/>
                  </a:lnTo>
                  <a:cubicBezTo>
                    <a:pt x="131387" y="2795752"/>
                    <a:pt x="130203" y="2799239"/>
                    <a:pt x="127566" y="2801599"/>
                  </a:cubicBezTo>
                  <a:cubicBezTo>
                    <a:pt x="125683" y="2803275"/>
                    <a:pt x="123332" y="2804165"/>
                    <a:pt x="120909" y="2804165"/>
                  </a:cubicBezTo>
                  <a:cubicBezTo>
                    <a:pt x="119916" y="2804165"/>
                    <a:pt x="118923" y="2804014"/>
                    <a:pt x="117937" y="2803712"/>
                  </a:cubicBezTo>
                  <a:lnTo>
                    <a:pt x="99048" y="2797922"/>
                  </a:lnTo>
                  <a:cubicBezTo>
                    <a:pt x="96744" y="2797222"/>
                    <a:pt x="94576" y="2797771"/>
                    <a:pt x="93161" y="2798351"/>
                  </a:cubicBezTo>
                  <a:cubicBezTo>
                    <a:pt x="80650" y="2803514"/>
                    <a:pt x="66955" y="2804768"/>
                    <a:pt x="53538" y="2802005"/>
                  </a:cubicBezTo>
                  <a:cubicBezTo>
                    <a:pt x="26942" y="2796499"/>
                    <a:pt x="5883" y="2774947"/>
                    <a:pt x="1132" y="2748368"/>
                  </a:cubicBezTo>
                  <a:cubicBezTo>
                    <a:pt x="-2903" y="2725870"/>
                    <a:pt x="3967" y="2703865"/>
                    <a:pt x="19975" y="2687977"/>
                  </a:cubicBezTo>
                  <a:cubicBezTo>
                    <a:pt x="35974" y="2672097"/>
                    <a:pt x="58050" y="2665385"/>
                    <a:pt x="80531" y="2669594"/>
                  </a:cubicBezTo>
                  <a:close/>
                  <a:moveTo>
                    <a:pt x="235047" y="2668372"/>
                  </a:moveTo>
                  <a:lnTo>
                    <a:pt x="384947" y="2668372"/>
                  </a:lnTo>
                  <a:cubicBezTo>
                    <a:pt x="386440" y="2668372"/>
                    <a:pt x="387807" y="2669214"/>
                    <a:pt x="388475" y="2670549"/>
                  </a:cubicBezTo>
                  <a:cubicBezTo>
                    <a:pt x="389141" y="2671891"/>
                    <a:pt x="388998" y="2673488"/>
                    <a:pt x="388109" y="2674687"/>
                  </a:cubicBezTo>
                  <a:lnTo>
                    <a:pt x="292338" y="2802577"/>
                  </a:lnTo>
                  <a:cubicBezTo>
                    <a:pt x="291576" y="2803594"/>
                    <a:pt x="290391" y="2804157"/>
                    <a:pt x="289177" y="2804157"/>
                  </a:cubicBezTo>
                  <a:cubicBezTo>
                    <a:pt x="288763" y="2804157"/>
                    <a:pt x="288342" y="2804094"/>
                    <a:pt x="287937" y="2803958"/>
                  </a:cubicBezTo>
                  <a:cubicBezTo>
                    <a:pt x="286325" y="2803427"/>
                    <a:pt x="285236" y="2801917"/>
                    <a:pt x="285236" y="2800217"/>
                  </a:cubicBezTo>
                  <a:lnTo>
                    <a:pt x="285133" y="2720389"/>
                  </a:lnTo>
                  <a:lnTo>
                    <a:pt x="232482" y="2675316"/>
                  </a:lnTo>
                  <a:cubicBezTo>
                    <a:pt x="231226" y="2674244"/>
                    <a:pt x="230774" y="2672504"/>
                    <a:pt x="231345" y="2670954"/>
                  </a:cubicBezTo>
                  <a:cubicBezTo>
                    <a:pt x="231918" y="2669405"/>
                    <a:pt x="233395" y="2668372"/>
                    <a:pt x="235047" y="2668372"/>
                  </a:cubicBezTo>
                  <a:close/>
                  <a:moveTo>
                    <a:pt x="1222871" y="2649925"/>
                  </a:moveTo>
                  <a:cubicBezTo>
                    <a:pt x="1219845" y="2649925"/>
                    <a:pt x="1217382" y="2652388"/>
                    <a:pt x="1217382" y="2655407"/>
                  </a:cubicBezTo>
                  <a:lnTo>
                    <a:pt x="1217382" y="2782167"/>
                  </a:lnTo>
                  <a:cubicBezTo>
                    <a:pt x="1217382" y="2783231"/>
                    <a:pt x="1218129" y="2783684"/>
                    <a:pt x="1218455" y="2783835"/>
                  </a:cubicBezTo>
                  <a:cubicBezTo>
                    <a:pt x="1218780" y="2783986"/>
                    <a:pt x="1219608" y="2784247"/>
                    <a:pt x="1220409" y="2783564"/>
                  </a:cubicBezTo>
                  <a:lnTo>
                    <a:pt x="1273204" y="2738317"/>
                  </a:lnTo>
                  <a:cubicBezTo>
                    <a:pt x="1274674" y="2737045"/>
                    <a:pt x="1276858" y="2737045"/>
                    <a:pt x="1278335" y="2738317"/>
                  </a:cubicBezTo>
                  <a:lnTo>
                    <a:pt x="1331122" y="2783564"/>
                  </a:lnTo>
                  <a:lnTo>
                    <a:pt x="1331122" y="2783557"/>
                  </a:lnTo>
                  <a:cubicBezTo>
                    <a:pt x="1331932" y="2784256"/>
                    <a:pt x="1332767" y="2783986"/>
                    <a:pt x="1333085" y="2783835"/>
                  </a:cubicBezTo>
                  <a:cubicBezTo>
                    <a:pt x="1333409" y="2783684"/>
                    <a:pt x="1334156" y="2783231"/>
                    <a:pt x="1334156" y="2782167"/>
                  </a:cubicBezTo>
                  <a:lnTo>
                    <a:pt x="1334156" y="2655407"/>
                  </a:lnTo>
                  <a:cubicBezTo>
                    <a:pt x="1334156" y="2652388"/>
                    <a:pt x="1331694" y="2649925"/>
                    <a:pt x="1328667" y="2649925"/>
                  </a:cubicBezTo>
                  <a:close/>
                  <a:moveTo>
                    <a:pt x="1222871" y="2642037"/>
                  </a:moveTo>
                  <a:lnTo>
                    <a:pt x="1328676" y="2642037"/>
                  </a:lnTo>
                  <a:cubicBezTo>
                    <a:pt x="1336039" y="2642037"/>
                    <a:pt x="1342045" y="2648034"/>
                    <a:pt x="1342045" y="2655407"/>
                  </a:cubicBezTo>
                  <a:lnTo>
                    <a:pt x="1342045" y="2782167"/>
                  </a:lnTo>
                  <a:cubicBezTo>
                    <a:pt x="1342045" y="2786012"/>
                    <a:pt x="1339876" y="2789395"/>
                    <a:pt x="1336389" y="2791000"/>
                  </a:cubicBezTo>
                  <a:cubicBezTo>
                    <a:pt x="1332901" y="2792605"/>
                    <a:pt x="1328913" y="2792049"/>
                    <a:pt x="1325991" y="2789554"/>
                  </a:cubicBezTo>
                  <a:lnTo>
                    <a:pt x="1275769" y="2746499"/>
                  </a:lnTo>
                  <a:lnTo>
                    <a:pt x="1225541" y="2789554"/>
                  </a:lnTo>
                  <a:cubicBezTo>
                    <a:pt x="1223729" y="2791104"/>
                    <a:pt x="1221505" y="2791906"/>
                    <a:pt x="1219249" y="2791906"/>
                  </a:cubicBezTo>
                  <a:cubicBezTo>
                    <a:pt x="1217867" y="2791906"/>
                    <a:pt x="1216477" y="2791612"/>
                    <a:pt x="1215158" y="2791000"/>
                  </a:cubicBezTo>
                  <a:cubicBezTo>
                    <a:pt x="1211663" y="2789395"/>
                    <a:pt x="1209502" y="2786012"/>
                    <a:pt x="1209502" y="2782167"/>
                  </a:cubicBezTo>
                  <a:lnTo>
                    <a:pt x="1209502" y="2655407"/>
                  </a:lnTo>
                  <a:cubicBezTo>
                    <a:pt x="1209502" y="2648034"/>
                    <a:pt x="1215500" y="2642037"/>
                    <a:pt x="1222871" y="2642037"/>
                  </a:cubicBezTo>
                  <a:close/>
                  <a:moveTo>
                    <a:pt x="1383786" y="0"/>
                  </a:moveTo>
                  <a:cubicBezTo>
                    <a:pt x="1391120" y="0"/>
                    <a:pt x="1395744" y="4465"/>
                    <a:pt x="1395744" y="11483"/>
                  </a:cubicBezTo>
                  <a:cubicBezTo>
                    <a:pt x="1395744" y="18499"/>
                    <a:pt x="1391120" y="23123"/>
                    <a:pt x="1383786" y="23123"/>
                  </a:cubicBezTo>
                  <a:cubicBezTo>
                    <a:pt x="1376452" y="23123"/>
                    <a:pt x="1371665" y="18499"/>
                    <a:pt x="1371665" y="11483"/>
                  </a:cubicBezTo>
                  <a:cubicBezTo>
                    <a:pt x="1371665" y="4465"/>
                    <a:pt x="1376452" y="0"/>
                    <a:pt x="1383786" y="0"/>
                  </a:cubicBezTo>
                  <a:close/>
                  <a:moveTo>
                    <a:pt x="1340261" y="0"/>
                  </a:moveTo>
                  <a:cubicBezTo>
                    <a:pt x="1347595" y="0"/>
                    <a:pt x="1352218" y="4465"/>
                    <a:pt x="1352218" y="11483"/>
                  </a:cubicBezTo>
                  <a:cubicBezTo>
                    <a:pt x="1352218" y="18499"/>
                    <a:pt x="1347595" y="23123"/>
                    <a:pt x="1340261" y="23123"/>
                  </a:cubicBezTo>
                  <a:cubicBezTo>
                    <a:pt x="1332928" y="23123"/>
                    <a:pt x="1328140" y="18499"/>
                    <a:pt x="1328140" y="11483"/>
                  </a:cubicBezTo>
                  <a:cubicBezTo>
                    <a:pt x="1328140" y="4465"/>
                    <a:pt x="1332928" y="0"/>
                    <a:pt x="1340261" y="0"/>
                  </a:cubicBezTo>
                  <a:close/>
                  <a:moveTo>
                    <a:pt x="1296738" y="0"/>
                  </a:moveTo>
                  <a:cubicBezTo>
                    <a:pt x="1304071" y="0"/>
                    <a:pt x="1308694" y="4465"/>
                    <a:pt x="1308694" y="11483"/>
                  </a:cubicBezTo>
                  <a:cubicBezTo>
                    <a:pt x="1308694" y="18499"/>
                    <a:pt x="1304071" y="23123"/>
                    <a:pt x="1296738" y="23123"/>
                  </a:cubicBezTo>
                  <a:cubicBezTo>
                    <a:pt x="1289404" y="23123"/>
                    <a:pt x="1284616" y="18499"/>
                    <a:pt x="1284616" y="11483"/>
                  </a:cubicBezTo>
                  <a:cubicBezTo>
                    <a:pt x="1284616" y="4465"/>
                    <a:pt x="1289404" y="0"/>
                    <a:pt x="1296738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237045-9B4A-7254-ED9C-E46F7A3C0816}"/>
                </a:ext>
              </a:extLst>
            </p:cNvPr>
            <p:cNvSpPr/>
            <p:nvPr/>
          </p:nvSpPr>
          <p:spPr bwMode="auto">
            <a:xfrm>
              <a:off x="1827031" y="4328164"/>
              <a:ext cx="151695" cy="129245"/>
            </a:xfrm>
            <a:custGeom>
              <a:avLst/>
              <a:gdLst>
                <a:gd name="connsiteX0" fmla="*/ 114995 w 151695"/>
                <a:gd name="connsiteY0" fmla="*/ 688 h 129245"/>
                <a:gd name="connsiteX1" fmla="*/ 136566 w 151695"/>
                <a:gd name="connsiteY1" fmla="*/ 11676 h 129245"/>
                <a:gd name="connsiteX2" fmla="*/ 149419 w 151695"/>
                <a:gd name="connsiteY2" fmla="*/ 61484 h 129245"/>
                <a:gd name="connsiteX3" fmla="*/ 134476 w 151695"/>
                <a:gd name="connsiteY3" fmla="*/ 82940 h 129245"/>
                <a:gd name="connsiteX4" fmla="*/ 78313 w 151695"/>
                <a:gd name="connsiteY4" fmla="*/ 128339 h 129245"/>
                <a:gd name="connsiteX5" fmla="*/ 75827 w 151695"/>
                <a:gd name="connsiteY5" fmla="*/ 129245 h 129245"/>
                <a:gd name="connsiteX6" fmla="*/ 73341 w 151695"/>
                <a:gd name="connsiteY6" fmla="*/ 128339 h 129245"/>
                <a:gd name="connsiteX7" fmla="*/ 17226 w 151695"/>
                <a:gd name="connsiteY7" fmla="*/ 82940 h 129245"/>
                <a:gd name="connsiteX8" fmla="*/ 2276 w 151695"/>
                <a:gd name="connsiteY8" fmla="*/ 61484 h 129245"/>
                <a:gd name="connsiteX9" fmla="*/ 15136 w 151695"/>
                <a:gd name="connsiteY9" fmla="*/ 11676 h 129245"/>
                <a:gd name="connsiteX10" fmla="*/ 61195 w 151695"/>
                <a:gd name="connsiteY10" fmla="*/ 3279 h 129245"/>
                <a:gd name="connsiteX11" fmla="*/ 75827 w 151695"/>
                <a:gd name="connsiteY11" fmla="*/ 15703 h 129245"/>
                <a:gd name="connsiteX12" fmla="*/ 90500 w 151695"/>
                <a:gd name="connsiteY12" fmla="*/ 3279 h 129245"/>
                <a:gd name="connsiteX13" fmla="*/ 114995 w 151695"/>
                <a:gd name="connsiteY13" fmla="*/ 688 h 12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1695" h="129245">
                  <a:moveTo>
                    <a:pt x="114995" y="688"/>
                  </a:moveTo>
                  <a:cubicBezTo>
                    <a:pt x="122909" y="2134"/>
                    <a:pt x="130334" y="5841"/>
                    <a:pt x="136566" y="11676"/>
                  </a:cubicBezTo>
                  <a:cubicBezTo>
                    <a:pt x="150015" y="24299"/>
                    <a:pt x="155059" y="43857"/>
                    <a:pt x="149419" y="61484"/>
                  </a:cubicBezTo>
                  <a:cubicBezTo>
                    <a:pt x="146782" y="69730"/>
                    <a:pt x="141610" y="77149"/>
                    <a:pt x="134476" y="82940"/>
                  </a:cubicBezTo>
                  <a:lnTo>
                    <a:pt x="78313" y="128339"/>
                  </a:lnTo>
                  <a:cubicBezTo>
                    <a:pt x="77598" y="128927"/>
                    <a:pt x="76733" y="129245"/>
                    <a:pt x="75827" y="129245"/>
                  </a:cubicBezTo>
                  <a:cubicBezTo>
                    <a:pt x="74962" y="129245"/>
                    <a:pt x="74096" y="128927"/>
                    <a:pt x="73341" y="128339"/>
                  </a:cubicBezTo>
                  <a:lnTo>
                    <a:pt x="17226" y="82940"/>
                  </a:lnTo>
                  <a:cubicBezTo>
                    <a:pt x="10084" y="77149"/>
                    <a:pt x="4882" y="69730"/>
                    <a:pt x="2276" y="61484"/>
                  </a:cubicBezTo>
                  <a:cubicBezTo>
                    <a:pt x="-3365" y="43857"/>
                    <a:pt x="1687" y="24299"/>
                    <a:pt x="15136" y="11676"/>
                  </a:cubicBezTo>
                  <a:cubicBezTo>
                    <a:pt x="27592" y="6"/>
                    <a:pt x="44791" y="-3147"/>
                    <a:pt x="61195" y="3279"/>
                  </a:cubicBezTo>
                  <a:cubicBezTo>
                    <a:pt x="67550" y="5758"/>
                    <a:pt x="72674" y="11437"/>
                    <a:pt x="75827" y="15703"/>
                  </a:cubicBezTo>
                  <a:cubicBezTo>
                    <a:pt x="79021" y="11437"/>
                    <a:pt x="84152" y="5758"/>
                    <a:pt x="90500" y="3279"/>
                  </a:cubicBezTo>
                  <a:cubicBezTo>
                    <a:pt x="98682" y="62"/>
                    <a:pt x="107083" y="-757"/>
                    <a:pt x="114995" y="688"/>
                  </a:cubicBez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7D85DECC-7CDC-0EB2-A36F-8869A0D40880}"/>
              </a:ext>
            </a:extLst>
          </p:cNvPr>
          <p:cNvSpPr/>
          <p:nvPr/>
        </p:nvSpPr>
        <p:spPr>
          <a:xfrm rot="19712401">
            <a:off x="10118557" y="3255387"/>
            <a:ext cx="471694" cy="471694"/>
          </a:xfrm>
          <a:custGeom>
            <a:avLst/>
            <a:gdLst>
              <a:gd name="connsiteX0" fmla="*/ 428813 w 428813"/>
              <a:gd name="connsiteY0" fmla="*/ 214406 h 428813"/>
              <a:gd name="connsiteX1" fmla="*/ 214406 w 428813"/>
              <a:gd name="connsiteY1" fmla="*/ 428813 h 428813"/>
              <a:gd name="connsiteX2" fmla="*/ 0 w 428813"/>
              <a:gd name="connsiteY2" fmla="*/ 214407 h 428813"/>
              <a:gd name="connsiteX3" fmla="*/ 214406 w 428813"/>
              <a:gd name="connsiteY3" fmla="*/ 0 h 428813"/>
              <a:gd name="connsiteX4" fmla="*/ 428813 w 428813"/>
              <a:gd name="connsiteY4" fmla="*/ 214406 h 42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813" h="428813">
                <a:moveTo>
                  <a:pt x="428813" y="214406"/>
                </a:moveTo>
                <a:cubicBezTo>
                  <a:pt x="428813" y="332820"/>
                  <a:pt x="332820" y="428813"/>
                  <a:pt x="214406" y="428813"/>
                </a:cubicBezTo>
                <a:cubicBezTo>
                  <a:pt x="95993" y="428813"/>
                  <a:pt x="0" y="332820"/>
                  <a:pt x="0" y="214407"/>
                </a:cubicBezTo>
                <a:cubicBezTo>
                  <a:pt x="0" y="95993"/>
                  <a:pt x="95993" y="0"/>
                  <a:pt x="214406" y="0"/>
                </a:cubicBezTo>
                <a:cubicBezTo>
                  <a:pt x="332820" y="0"/>
                  <a:pt x="428813" y="95993"/>
                  <a:pt x="428813" y="21440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C12596BF-F5ED-ABC4-CD21-C6871B6C3301}"/>
              </a:ext>
            </a:extLst>
          </p:cNvPr>
          <p:cNvSpPr/>
          <p:nvPr/>
        </p:nvSpPr>
        <p:spPr>
          <a:xfrm>
            <a:off x="10238845" y="3313149"/>
            <a:ext cx="231152" cy="356497"/>
          </a:xfrm>
          <a:custGeom>
            <a:avLst/>
            <a:gdLst>
              <a:gd name="connsiteX0" fmla="*/ 209354 w 210138"/>
              <a:gd name="connsiteY0" fmla="*/ 104089 h 324088"/>
              <a:gd name="connsiteX1" fmla="*/ 105027 w 210138"/>
              <a:gd name="connsiteY1" fmla="*/ 0 h 324088"/>
              <a:gd name="connsiteX2" fmla="*/ 785 w 210138"/>
              <a:gd name="connsiteY2" fmla="*/ 104089 h 324088"/>
              <a:gd name="connsiteX3" fmla="*/ 105027 w 210138"/>
              <a:gd name="connsiteY3" fmla="*/ 324088 h 324088"/>
              <a:gd name="connsiteX4" fmla="*/ 209354 w 210138"/>
              <a:gd name="connsiteY4" fmla="*/ 104089 h 324088"/>
              <a:gd name="connsiteX5" fmla="*/ 105027 w 210138"/>
              <a:gd name="connsiteY5" fmla="*/ 162011 h 324088"/>
              <a:gd name="connsiteX6" fmla="*/ 47915 w 210138"/>
              <a:gd name="connsiteY6" fmla="*/ 104889 h 324088"/>
              <a:gd name="connsiteX7" fmla="*/ 105027 w 210138"/>
              <a:gd name="connsiteY7" fmla="*/ 47777 h 324088"/>
              <a:gd name="connsiteX8" fmla="*/ 162224 w 210138"/>
              <a:gd name="connsiteY8" fmla="*/ 104889 h 324088"/>
              <a:gd name="connsiteX9" fmla="*/ 105027 w 210138"/>
              <a:gd name="connsiteY9" fmla="*/ 162011 h 324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0138" h="324088">
                <a:moveTo>
                  <a:pt x="209354" y="104089"/>
                </a:moveTo>
                <a:cubicBezTo>
                  <a:pt x="204163" y="51921"/>
                  <a:pt x="168215" y="0"/>
                  <a:pt x="105027" y="0"/>
                </a:cubicBezTo>
                <a:cubicBezTo>
                  <a:pt x="41923" y="0"/>
                  <a:pt x="5976" y="51921"/>
                  <a:pt x="785" y="104089"/>
                </a:cubicBezTo>
                <a:cubicBezTo>
                  <a:pt x="-7207" y="184614"/>
                  <a:pt x="47114" y="257537"/>
                  <a:pt x="105027" y="324088"/>
                </a:cubicBezTo>
                <a:cubicBezTo>
                  <a:pt x="163024" y="257546"/>
                  <a:pt x="217345" y="184614"/>
                  <a:pt x="209354" y="104089"/>
                </a:cubicBezTo>
                <a:close/>
                <a:moveTo>
                  <a:pt x="105027" y="162011"/>
                </a:moveTo>
                <a:cubicBezTo>
                  <a:pt x="73470" y="162011"/>
                  <a:pt x="47915" y="136446"/>
                  <a:pt x="47915" y="104889"/>
                </a:cubicBezTo>
                <a:cubicBezTo>
                  <a:pt x="47915" y="73333"/>
                  <a:pt x="73480" y="47777"/>
                  <a:pt x="105027" y="47777"/>
                </a:cubicBezTo>
                <a:cubicBezTo>
                  <a:pt x="136659" y="47777"/>
                  <a:pt x="162224" y="73342"/>
                  <a:pt x="162224" y="104889"/>
                </a:cubicBezTo>
                <a:cubicBezTo>
                  <a:pt x="162224" y="136446"/>
                  <a:pt x="136659" y="162011"/>
                  <a:pt x="105027" y="16201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AEB798BC-9545-6AD5-B27E-A0B5C9AEE555}"/>
              </a:ext>
            </a:extLst>
          </p:cNvPr>
          <p:cNvSpPr/>
          <p:nvPr/>
        </p:nvSpPr>
        <p:spPr>
          <a:xfrm rot="16628439">
            <a:off x="9292431" y="2708571"/>
            <a:ext cx="840173" cy="840175"/>
          </a:xfrm>
          <a:custGeom>
            <a:avLst/>
            <a:gdLst>
              <a:gd name="connsiteX0" fmla="*/ 634603 w 634603"/>
              <a:gd name="connsiteY0" fmla="*/ 317302 h 634603"/>
              <a:gd name="connsiteX1" fmla="*/ 317302 w 634603"/>
              <a:gd name="connsiteY1" fmla="*/ 634604 h 634603"/>
              <a:gd name="connsiteX2" fmla="*/ 0 w 634603"/>
              <a:gd name="connsiteY2" fmla="*/ 317302 h 634603"/>
              <a:gd name="connsiteX3" fmla="*/ 317302 w 634603"/>
              <a:gd name="connsiteY3" fmla="*/ 0 h 634603"/>
              <a:gd name="connsiteX4" fmla="*/ 634603 w 634603"/>
              <a:gd name="connsiteY4" fmla="*/ 317302 h 634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4603" h="634603">
                <a:moveTo>
                  <a:pt x="634603" y="317302"/>
                </a:moveTo>
                <a:cubicBezTo>
                  <a:pt x="634603" y="492543"/>
                  <a:pt x="492543" y="634604"/>
                  <a:pt x="317302" y="634604"/>
                </a:cubicBezTo>
                <a:cubicBezTo>
                  <a:pt x="142061" y="634604"/>
                  <a:pt x="0" y="492543"/>
                  <a:pt x="0" y="317302"/>
                </a:cubicBezTo>
                <a:cubicBezTo>
                  <a:pt x="0" y="142061"/>
                  <a:pt x="142061" y="0"/>
                  <a:pt x="317302" y="0"/>
                </a:cubicBezTo>
                <a:cubicBezTo>
                  <a:pt x="492543" y="0"/>
                  <a:pt x="634603" y="142061"/>
                  <a:pt x="634603" y="31730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B56D5B1B-C5F2-98C7-3840-C1A462770120}"/>
              </a:ext>
            </a:extLst>
          </p:cNvPr>
          <p:cNvSpPr/>
          <p:nvPr/>
        </p:nvSpPr>
        <p:spPr>
          <a:xfrm>
            <a:off x="9491932" y="2908347"/>
            <a:ext cx="441584" cy="440470"/>
          </a:xfrm>
          <a:custGeom>
            <a:avLst/>
            <a:gdLst>
              <a:gd name="connsiteX0" fmla="*/ 72000 w 333538"/>
              <a:gd name="connsiteY0" fmla="*/ 110566 h 332697"/>
              <a:gd name="connsiteX1" fmla="*/ 72438 w 333538"/>
              <a:gd name="connsiteY1" fmla="*/ 110566 h 332697"/>
              <a:gd name="connsiteX2" fmla="*/ 75486 w 333538"/>
              <a:gd name="connsiteY2" fmla="*/ 113681 h 332697"/>
              <a:gd name="connsiteX3" fmla="*/ 75486 w 333538"/>
              <a:gd name="connsiteY3" fmla="*/ 138074 h 332697"/>
              <a:gd name="connsiteX4" fmla="*/ 75486 w 333538"/>
              <a:gd name="connsiteY4" fmla="*/ 328584 h 332697"/>
              <a:gd name="connsiteX5" fmla="*/ 75324 w 333538"/>
              <a:gd name="connsiteY5" fmla="*/ 330879 h 332697"/>
              <a:gd name="connsiteX6" fmla="*/ 73685 w 333538"/>
              <a:gd name="connsiteY6" fmla="*/ 332441 h 332697"/>
              <a:gd name="connsiteX7" fmla="*/ 68809 w 333538"/>
              <a:gd name="connsiteY7" fmla="*/ 332603 h 332697"/>
              <a:gd name="connsiteX8" fmla="*/ 66942 w 333538"/>
              <a:gd name="connsiteY8" fmla="*/ 332489 h 332697"/>
              <a:gd name="connsiteX9" fmla="*/ 13973 w 333538"/>
              <a:gd name="connsiteY9" fmla="*/ 332489 h 332697"/>
              <a:gd name="connsiteX10" fmla="*/ 9801 w 333538"/>
              <a:gd name="connsiteY10" fmla="*/ 332679 h 332697"/>
              <a:gd name="connsiteX11" fmla="*/ 8934 w 333538"/>
              <a:gd name="connsiteY11" fmla="*/ 332679 h 332697"/>
              <a:gd name="connsiteX12" fmla="*/ 5896 w 333538"/>
              <a:gd name="connsiteY12" fmla="*/ 329508 h 332697"/>
              <a:gd name="connsiteX13" fmla="*/ 5906 w 333538"/>
              <a:gd name="connsiteY13" fmla="*/ 221399 h 332697"/>
              <a:gd name="connsiteX14" fmla="*/ 5915 w 333538"/>
              <a:gd name="connsiteY14" fmla="*/ 113728 h 332697"/>
              <a:gd name="connsiteX15" fmla="*/ 6001 w 333538"/>
              <a:gd name="connsiteY15" fmla="*/ 111861 h 332697"/>
              <a:gd name="connsiteX16" fmla="*/ 7344 w 333538"/>
              <a:gd name="connsiteY16" fmla="*/ 110633 h 332697"/>
              <a:gd name="connsiteX17" fmla="*/ 8934 w 333538"/>
              <a:gd name="connsiteY17" fmla="*/ 110585 h 332697"/>
              <a:gd name="connsiteX18" fmla="*/ 72000 w 333538"/>
              <a:gd name="connsiteY18" fmla="*/ 110566 h 332697"/>
              <a:gd name="connsiteX19" fmla="*/ 248032 w 333538"/>
              <a:gd name="connsiteY19" fmla="*/ 105079 h 332697"/>
              <a:gd name="connsiteX20" fmla="*/ 260281 w 333538"/>
              <a:gd name="connsiteY20" fmla="*/ 105222 h 332697"/>
              <a:gd name="connsiteX21" fmla="*/ 294352 w 333538"/>
              <a:gd name="connsiteY21" fmla="*/ 113690 h 332697"/>
              <a:gd name="connsiteX22" fmla="*/ 319869 w 333538"/>
              <a:gd name="connsiteY22" fmla="*/ 138007 h 332697"/>
              <a:gd name="connsiteX23" fmla="*/ 328327 w 333538"/>
              <a:gd name="connsiteY23" fmla="*/ 159401 h 332697"/>
              <a:gd name="connsiteX24" fmla="*/ 331442 w 333538"/>
              <a:gd name="connsiteY24" fmla="*/ 174936 h 332697"/>
              <a:gd name="connsiteX25" fmla="*/ 332109 w 333538"/>
              <a:gd name="connsiteY25" fmla="*/ 182832 h 332697"/>
              <a:gd name="connsiteX26" fmla="*/ 332928 w 333538"/>
              <a:gd name="connsiteY26" fmla="*/ 197510 h 332697"/>
              <a:gd name="connsiteX27" fmla="*/ 332947 w 333538"/>
              <a:gd name="connsiteY27" fmla="*/ 197939 h 332697"/>
              <a:gd name="connsiteX28" fmla="*/ 333299 w 333538"/>
              <a:gd name="connsiteY28" fmla="*/ 211931 h 332697"/>
              <a:gd name="connsiteX29" fmla="*/ 333519 w 333538"/>
              <a:gd name="connsiteY29" fmla="*/ 258822 h 332697"/>
              <a:gd name="connsiteX30" fmla="*/ 333528 w 333538"/>
              <a:gd name="connsiteY30" fmla="*/ 329688 h 332697"/>
              <a:gd name="connsiteX31" fmla="*/ 330747 w 333538"/>
              <a:gd name="connsiteY31" fmla="*/ 332441 h 332697"/>
              <a:gd name="connsiteX32" fmla="*/ 300724 w 333538"/>
              <a:gd name="connsiteY32" fmla="*/ 332441 h 332697"/>
              <a:gd name="connsiteX33" fmla="*/ 272720 w 333538"/>
              <a:gd name="connsiteY33" fmla="*/ 332489 h 332697"/>
              <a:gd name="connsiteX34" fmla="*/ 268263 w 333538"/>
              <a:gd name="connsiteY34" fmla="*/ 332689 h 332697"/>
              <a:gd name="connsiteX35" fmla="*/ 267539 w 333538"/>
              <a:gd name="connsiteY35" fmla="*/ 332689 h 332697"/>
              <a:gd name="connsiteX36" fmla="*/ 264186 w 333538"/>
              <a:gd name="connsiteY36" fmla="*/ 329279 h 332697"/>
              <a:gd name="connsiteX37" fmla="*/ 264224 w 333538"/>
              <a:gd name="connsiteY37" fmla="*/ 270538 h 332697"/>
              <a:gd name="connsiteX38" fmla="*/ 264148 w 333538"/>
              <a:gd name="connsiteY38" fmla="*/ 212226 h 332697"/>
              <a:gd name="connsiteX39" fmla="*/ 261300 w 333538"/>
              <a:gd name="connsiteY39" fmla="*/ 190433 h 332697"/>
              <a:gd name="connsiteX40" fmla="*/ 255966 w 333538"/>
              <a:gd name="connsiteY40" fmla="*/ 178651 h 332697"/>
              <a:gd name="connsiteX41" fmla="*/ 238373 w 333538"/>
              <a:gd name="connsiteY41" fmla="*/ 167020 h 332697"/>
              <a:gd name="connsiteX42" fmla="*/ 230086 w 333538"/>
              <a:gd name="connsiteY42" fmla="*/ 166144 h 332697"/>
              <a:gd name="connsiteX43" fmla="*/ 221171 w 333538"/>
              <a:gd name="connsiteY43" fmla="*/ 166477 h 332697"/>
              <a:gd name="connsiteX44" fmla="*/ 193053 w 333538"/>
              <a:gd name="connsiteY44" fmla="*/ 186804 h 332697"/>
              <a:gd name="connsiteX45" fmla="*/ 188605 w 333538"/>
              <a:gd name="connsiteY45" fmla="*/ 203311 h 332697"/>
              <a:gd name="connsiteX46" fmla="*/ 187481 w 333538"/>
              <a:gd name="connsiteY46" fmla="*/ 221570 h 332697"/>
              <a:gd name="connsiteX47" fmla="*/ 187481 w 333538"/>
              <a:gd name="connsiteY47" fmla="*/ 328374 h 332697"/>
              <a:gd name="connsiteX48" fmla="*/ 187443 w 333538"/>
              <a:gd name="connsiteY48" fmla="*/ 330822 h 332697"/>
              <a:gd name="connsiteX49" fmla="*/ 185786 w 333538"/>
              <a:gd name="connsiteY49" fmla="*/ 332413 h 332697"/>
              <a:gd name="connsiteX50" fmla="*/ 183909 w 333538"/>
              <a:gd name="connsiteY50" fmla="*/ 332441 h 332697"/>
              <a:gd name="connsiteX51" fmla="*/ 149848 w 333538"/>
              <a:gd name="connsiteY51" fmla="*/ 332441 h 332697"/>
              <a:gd name="connsiteX52" fmla="*/ 128340 w 333538"/>
              <a:gd name="connsiteY52" fmla="*/ 332479 h 332697"/>
              <a:gd name="connsiteX53" fmla="*/ 122006 w 333538"/>
              <a:gd name="connsiteY53" fmla="*/ 332679 h 332697"/>
              <a:gd name="connsiteX54" fmla="*/ 121139 w 333538"/>
              <a:gd name="connsiteY54" fmla="*/ 332670 h 332697"/>
              <a:gd name="connsiteX55" fmla="*/ 118139 w 333538"/>
              <a:gd name="connsiteY55" fmla="*/ 329593 h 332697"/>
              <a:gd name="connsiteX56" fmla="*/ 118149 w 333538"/>
              <a:gd name="connsiteY56" fmla="*/ 326421 h 332697"/>
              <a:gd name="connsiteX57" fmla="*/ 118168 w 333538"/>
              <a:gd name="connsiteY57" fmla="*/ 185699 h 332697"/>
              <a:gd name="connsiteX58" fmla="*/ 118149 w 333538"/>
              <a:gd name="connsiteY58" fmla="*/ 114690 h 332697"/>
              <a:gd name="connsiteX59" fmla="*/ 118168 w 333538"/>
              <a:gd name="connsiteY59" fmla="*/ 112814 h 332697"/>
              <a:gd name="connsiteX60" fmla="*/ 120387 w 333538"/>
              <a:gd name="connsiteY60" fmla="*/ 110585 h 332697"/>
              <a:gd name="connsiteX61" fmla="*/ 121540 w 333538"/>
              <a:gd name="connsiteY61" fmla="*/ 110566 h 332697"/>
              <a:gd name="connsiteX62" fmla="*/ 181290 w 333538"/>
              <a:gd name="connsiteY62" fmla="*/ 110566 h 332697"/>
              <a:gd name="connsiteX63" fmla="*/ 182442 w 333538"/>
              <a:gd name="connsiteY63" fmla="*/ 110585 h 332697"/>
              <a:gd name="connsiteX64" fmla="*/ 184557 w 333538"/>
              <a:gd name="connsiteY64" fmla="*/ 112718 h 332697"/>
              <a:gd name="connsiteX65" fmla="*/ 184443 w 333538"/>
              <a:gd name="connsiteY65" fmla="*/ 120796 h 332697"/>
              <a:gd name="connsiteX66" fmla="*/ 184519 w 333538"/>
              <a:gd name="connsiteY66" fmla="*/ 132626 h 332697"/>
              <a:gd name="connsiteX67" fmla="*/ 184576 w 333538"/>
              <a:gd name="connsiteY67" fmla="*/ 138255 h 332697"/>
              <a:gd name="connsiteX68" fmla="*/ 184633 w 333538"/>
              <a:gd name="connsiteY68" fmla="*/ 139779 h 332697"/>
              <a:gd name="connsiteX69" fmla="*/ 185071 w 333538"/>
              <a:gd name="connsiteY69" fmla="*/ 139893 h 332697"/>
              <a:gd name="connsiteX70" fmla="*/ 186081 w 333538"/>
              <a:gd name="connsiteY70" fmla="*/ 138550 h 332697"/>
              <a:gd name="connsiteX71" fmla="*/ 197749 w 333538"/>
              <a:gd name="connsiteY71" fmla="*/ 124853 h 332697"/>
              <a:gd name="connsiteX72" fmla="*/ 230058 w 333538"/>
              <a:gd name="connsiteY72" fmla="*/ 107518 h 332697"/>
              <a:gd name="connsiteX73" fmla="*/ 248032 w 333538"/>
              <a:gd name="connsiteY73" fmla="*/ 105079 h 332697"/>
              <a:gd name="connsiteX74" fmla="*/ 38967 w 333538"/>
              <a:gd name="connsiteY74" fmla="*/ 0 h 332697"/>
              <a:gd name="connsiteX75" fmla="*/ 42424 w 333538"/>
              <a:gd name="connsiteY75" fmla="*/ 0 h 332697"/>
              <a:gd name="connsiteX76" fmla="*/ 43748 w 333538"/>
              <a:gd name="connsiteY76" fmla="*/ 400 h 332697"/>
              <a:gd name="connsiteX77" fmla="*/ 68818 w 333538"/>
              <a:gd name="connsiteY77" fmla="*/ 11725 h 332697"/>
              <a:gd name="connsiteX78" fmla="*/ 80134 w 333538"/>
              <a:gd name="connsiteY78" fmla="*/ 33957 h 332697"/>
              <a:gd name="connsiteX79" fmla="*/ 66685 w 333538"/>
              <a:gd name="connsiteY79" fmla="*/ 70857 h 332697"/>
              <a:gd name="connsiteX80" fmla="*/ 47777 w 333538"/>
              <a:gd name="connsiteY80" fmla="*/ 79848 h 332697"/>
              <a:gd name="connsiteX81" fmla="*/ 36728 w 333538"/>
              <a:gd name="connsiteY81" fmla="*/ 80343 h 332697"/>
              <a:gd name="connsiteX82" fmla="*/ 2115 w 333538"/>
              <a:gd name="connsiteY82" fmla="*/ 51949 h 332697"/>
              <a:gd name="connsiteX83" fmla="*/ 648 w 333538"/>
              <a:gd name="connsiteY83" fmla="*/ 43596 h 332697"/>
              <a:gd name="connsiteX84" fmla="*/ 0 w 333538"/>
              <a:gd name="connsiteY84" fmla="*/ 42148 h 332697"/>
              <a:gd name="connsiteX85" fmla="*/ 0 w 333538"/>
              <a:gd name="connsiteY85" fmla="*/ 38681 h 332697"/>
              <a:gd name="connsiteX86" fmla="*/ 657 w 333538"/>
              <a:gd name="connsiteY86" fmla="*/ 37214 h 332697"/>
              <a:gd name="connsiteX87" fmla="*/ 1010 w 333538"/>
              <a:gd name="connsiteY87" fmla="*/ 33785 h 332697"/>
              <a:gd name="connsiteX88" fmla="*/ 10868 w 333538"/>
              <a:gd name="connsiteY88" fmla="*/ 13154 h 332697"/>
              <a:gd name="connsiteX89" fmla="*/ 37624 w 333538"/>
              <a:gd name="connsiteY89" fmla="*/ 391 h 332697"/>
              <a:gd name="connsiteX90" fmla="*/ 38967 w 333538"/>
              <a:gd name="connsiteY90" fmla="*/ 0 h 33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33538" h="332697">
                <a:moveTo>
                  <a:pt x="72000" y="110566"/>
                </a:moveTo>
                <a:cubicBezTo>
                  <a:pt x="72142" y="110566"/>
                  <a:pt x="72285" y="110566"/>
                  <a:pt x="72438" y="110566"/>
                </a:cubicBezTo>
                <a:cubicBezTo>
                  <a:pt x="74857" y="110595"/>
                  <a:pt x="75486" y="111204"/>
                  <a:pt x="75486" y="113681"/>
                </a:cubicBezTo>
                <a:cubicBezTo>
                  <a:pt x="75495" y="121815"/>
                  <a:pt x="75486" y="129940"/>
                  <a:pt x="75486" y="138074"/>
                </a:cubicBezTo>
                <a:cubicBezTo>
                  <a:pt x="75486" y="201577"/>
                  <a:pt x="75486" y="265081"/>
                  <a:pt x="75486" y="328584"/>
                </a:cubicBezTo>
                <a:cubicBezTo>
                  <a:pt x="75486" y="329346"/>
                  <a:pt x="75448" y="330127"/>
                  <a:pt x="75324" y="330879"/>
                </a:cubicBezTo>
                <a:cubicBezTo>
                  <a:pt x="75171" y="331765"/>
                  <a:pt x="74628" y="332384"/>
                  <a:pt x="73685" y="332441"/>
                </a:cubicBezTo>
                <a:cubicBezTo>
                  <a:pt x="72057" y="332527"/>
                  <a:pt x="70437" y="332575"/>
                  <a:pt x="68809" y="332603"/>
                </a:cubicBezTo>
                <a:cubicBezTo>
                  <a:pt x="68190" y="332613"/>
                  <a:pt x="67561" y="332489"/>
                  <a:pt x="66942" y="332489"/>
                </a:cubicBezTo>
                <a:cubicBezTo>
                  <a:pt x="49292" y="332479"/>
                  <a:pt x="31633" y="332479"/>
                  <a:pt x="13973" y="332489"/>
                </a:cubicBezTo>
                <a:cubicBezTo>
                  <a:pt x="12583" y="332489"/>
                  <a:pt x="11192" y="332622"/>
                  <a:pt x="9801" y="332679"/>
                </a:cubicBezTo>
                <a:cubicBezTo>
                  <a:pt x="9516" y="332699"/>
                  <a:pt x="9220" y="332708"/>
                  <a:pt x="8934" y="332679"/>
                </a:cubicBezTo>
                <a:cubicBezTo>
                  <a:pt x="6591" y="332422"/>
                  <a:pt x="5896" y="332156"/>
                  <a:pt x="5896" y="329508"/>
                </a:cubicBezTo>
                <a:cubicBezTo>
                  <a:pt x="5906" y="293465"/>
                  <a:pt x="5896" y="257432"/>
                  <a:pt x="5906" y="221399"/>
                </a:cubicBezTo>
                <a:cubicBezTo>
                  <a:pt x="5906" y="185509"/>
                  <a:pt x="5906" y="149619"/>
                  <a:pt x="5915" y="113728"/>
                </a:cubicBezTo>
                <a:cubicBezTo>
                  <a:pt x="5915" y="113109"/>
                  <a:pt x="5915" y="112471"/>
                  <a:pt x="6001" y="111861"/>
                </a:cubicBezTo>
                <a:cubicBezTo>
                  <a:pt x="6106" y="111118"/>
                  <a:pt x="6525" y="110642"/>
                  <a:pt x="7344" y="110633"/>
                </a:cubicBezTo>
                <a:cubicBezTo>
                  <a:pt x="7877" y="110633"/>
                  <a:pt x="8401" y="110585"/>
                  <a:pt x="8934" y="110585"/>
                </a:cubicBezTo>
                <a:cubicBezTo>
                  <a:pt x="29956" y="110576"/>
                  <a:pt x="50978" y="110576"/>
                  <a:pt x="72000" y="110566"/>
                </a:cubicBezTo>
                <a:close/>
                <a:moveTo>
                  <a:pt x="248032" y="105079"/>
                </a:moveTo>
                <a:cubicBezTo>
                  <a:pt x="252127" y="104841"/>
                  <a:pt x="256204" y="104917"/>
                  <a:pt x="260281" y="105222"/>
                </a:cubicBezTo>
                <a:cubicBezTo>
                  <a:pt x="272111" y="106108"/>
                  <a:pt x="283617" y="108394"/>
                  <a:pt x="294352" y="113690"/>
                </a:cubicBezTo>
                <a:cubicBezTo>
                  <a:pt x="305372" y="119129"/>
                  <a:pt x="313773" y="127358"/>
                  <a:pt x="319869" y="138007"/>
                </a:cubicBezTo>
                <a:cubicBezTo>
                  <a:pt x="323717" y="144732"/>
                  <a:pt x="326289" y="151961"/>
                  <a:pt x="328327" y="159401"/>
                </a:cubicBezTo>
                <a:cubicBezTo>
                  <a:pt x="329727" y="164506"/>
                  <a:pt x="330747" y="169687"/>
                  <a:pt x="331442" y="174936"/>
                </a:cubicBezTo>
                <a:cubicBezTo>
                  <a:pt x="331785" y="177555"/>
                  <a:pt x="331937" y="180193"/>
                  <a:pt x="332109" y="182832"/>
                </a:cubicBezTo>
                <a:cubicBezTo>
                  <a:pt x="332414" y="187728"/>
                  <a:pt x="332661" y="192624"/>
                  <a:pt x="332928" y="197510"/>
                </a:cubicBezTo>
                <a:cubicBezTo>
                  <a:pt x="332937" y="197653"/>
                  <a:pt x="332947" y="197796"/>
                  <a:pt x="332947" y="197939"/>
                </a:cubicBezTo>
                <a:cubicBezTo>
                  <a:pt x="333071" y="202606"/>
                  <a:pt x="333261" y="207264"/>
                  <a:pt x="333299" y="211931"/>
                </a:cubicBezTo>
                <a:cubicBezTo>
                  <a:pt x="333404" y="227561"/>
                  <a:pt x="333499" y="243192"/>
                  <a:pt x="333519" y="258822"/>
                </a:cubicBezTo>
                <a:cubicBezTo>
                  <a:pt x="333557" y="282445"/>
                  <a:pt x="333528" y="306066"/>
                  <a:pt x="333528" y="329688"/>
                </a:cubicBezTo>
                <a:cubicBezTo>
                  <a:pt x="333528" y="332317"/>
                  <a:pt x="333414" y="332441"/>
                  <a:pt x="330747" y="332441"/>
                </a:cubicBezTo>
                <a:cubicBezTo>
                  <a:pt x="320736" y="332441"/>
                  <a:pt x="310735" y="332441"/>
                  <a:pt x="300724" y="332441"/>
                </a:cubicBezTo>
                <a:cubicBezTo>
                  <a:pt x="291389" y="332451"/>
                  <a:pt x="282055" y="332460"/>
                  <a:pt x="272720" y="332489"/>
                </a:cubicBezTo>
                <a:cubicBezTo>
                  <a:pt x="271235" y="332489"/>
                  <a:pt x="269749" y="332622"/>
                  <a:pt x="268263" y="332689"/>
                </a:cubicBezTo>
                <a:cubicBezTo>
                  <a:pt x="268025" y="332698"/>
                  <a:pt x="267777" y="332698"/>
                  <a:pt x="267539" y="332689"/>
                </a:cubicBezTo>
                <a:cubicBezTo>
                  <a:pt x="264224" y="332517"/>
                  <a:pt x="264177" y="331746"/>
                  <a:pt x="264186" y="329279"/>
                </a:cubicBezTo>
                <a:cubicBezTo>
                  <a:pt x="264205" y="309695"/>
                  <a:pt x="264224" y="290112"/>
                  <a:pt x="264224" y="270538"/>
                </a:cubicBezTo>
                <a:cubicBezTo>
                  <a:pt x="264224" y="251098"/>
                  <a:pt x="264224" y="231667"/>
                  <a:pt x="264148" y="212226"/>
                </a:cubicBezTo>
                <a:cubicBezTo>
                  <a:pt x="264119" y="204854"/>
                  <a:pt x="263472" y="197539"/>
                  <a:pt x="261300" y="190433"/>
                </a:cubicBezTo>
                <a:cubicBezTo>
                  <a:pt x="260033" y="186280"/>
                  <a:pt x="258423" y="182270"/>
                  <a:pt x="255966" y="178651"/>
                </a:cubicBezTo>
                <a:cubicBezTo>
                  <a:pt x="251689" y="172374"/>
                  <a:pt x="245746" y="168602"/>
                  <a:pt x="238373" y="167020"/>
                </a:cubicBezTo>
                <a:cubicBezTo>
                  <a:pt x="235649" y="166430"/>
                  <a:pt x="232887" y="166077"/>
                  <a:pt x="230086" y="166144"/>
                </a:cubicBezTo>
                <a:cubicBezTo>
                  <a:pt x="227115" y="166211"/>
                  <a:pt x="224114" y="166116"/>
                  <a:pt x="221171" y="166477"/>
                </a:cubicBezTo>
                <a:cubicBezTo>
                  <a:pt x="208103" y="168087"/>
                  <a:pt x="198425" y="174517"/>
                  <a:pt x="193053" y="186804"/>
                </a:cubicBezTo>
                <a:cubicBezTo>
                  <a:pt x="190739" y="192071"/>
                  <a:pt x="189396" y="197615"/>
                  <a:pt x="188605" y="203311"/>
                </a:cubicBezTo>
                <a:cubicBezTo>
                  <a:pt x="187757" y="209369"/>
                  <a:pt x="187481" y="215455"/>
                  <a:pt x="187481" y="221570"/>
                </a:cubicBezTo>
                <a:cubicBezTo>
                  <a:pt x="187481" y="257175"/>
                  <a:pt x="187481" y="292769"/>
                  <a:pt x="187481" y="328374"/>
                </a:cubicBezTo>
                <a:cubicBezTo>
                  <a:pt x="187481" y="329193"/>
                  <a:pt x="187519" y="330012"/>
                  <a:pt x="187443" y="330822"/>
                </a:cubicBezTo>
                <a:cubicBezTo>
                  <a:pt x="187348" y="331917"/>
                  <a:pt x="186872" y="332346"/>
                  <a:pt x="185786" y="332413"/>
                </a:cubicBezTo>
                <a:cubicBezTo>
                  <a:pt x="185167" y="332451"/>
                  <a:pt x="184538" y="332441"/>
                  <a:pt x="183909" y="332441"/>
                </a:cubicBezTo>
                <a:cubicBezTo>
                  <a:pt x="172555" y="332441"/>
                  <a:pt x="161202" y="332441"/>
                  <a:pt x="149848" y="332441"/>
                </a:cubicBezTo>
                <a:cubicBezTo>
                  <a:pt x="142685" y="332441"/>
                  <a:pt x="135513" y="332451"/>
                  <a:pt x="128340" y="332479"/>
                </a:cubicBezTo>
                <a:cubicBezTo>
                  <a:pt x="126226" y="332489"/>
                  <a:pt x="124111" y="332613"/>
                  <a:pt x="122006" y="332679"/>
                </a:cubicBezTo>
                <a:cubicBezTo>
                  <a:pt x="121721" y="332689"/>
                  <a:pt x="121425" y="332698"/>
                  <a:pt x="121139" y="332670"/>
                </a:cubicBezTo>
                <a:cubicBezTo>
                  <a:pt x="118339" y="332384"/>
                  <a:pt x="118111" y="331670"/>
                  <a:pt x="118139" y="329593"/>
                </a:cubicBezTo>
                <a:cubicBezTo>
                  <a:pt x="118158" y="328536"/>
                  <a:pt x="118149" y="327479"/>
                  <a:pt x="118149" y="326421"/>
                </a:cubicBezTo>
                <a:cubicBezTo>
                  <a:pt x="118158" y="279511"/>
                  <a:pt x="118168" y="232609"/>
                  <a:pt x="118168" y="185699"/>
                </a:cubicBezTo>
                <a:cubicBezTo>
                  <a:pt x="118168" y="162029"/>
                  <a:pt x="118158" y="138360"/>
                  <a:pt x="118149" y="114690"/>
                </a:cubicBezTo>
                <a:cubicBezTo>
                  <a:pt x="118149" y="114061"/>
                  <a:pt x="118139" y="113433"/>
                  <a:pt x="118168" y="112814"/>
                </a:cubicBezTo>
                <a:cubicBezTo>
                  <a:pt x="118234" y="111242"/>
                  <a:pt x="118796" y="110690"/>
                  <a:pt x="120387" y="110585"/>
                </a:cubicBezTo>
                <a:cubicBezTo>
                  <a:pt x="120768" y="110556"/>
                  <a:pt x="121159" y="110566"/>
                  <a:pt x="121540" y="110566"/>
                </a:cubicBezTo>
                <a:cubicBezTo>
                  <a:pt x="141456" y="110566"/>
                  <a:pt x="161373" y="110566"/>
                  <a:pt x="181290" y="110566"/>
                </a:cubicBezTo>
                <a:cubicBezTo>
                  <a:pt x="181671" y="110566"/>
                  <a:pt x="182061" y="110566"/>
                  <a:pt x="182442" y="110585"/>
                </a:cubicBezTo>
                <a:cubicBezTo>
                  <a:pt x="183966" y="110671"/>
                  <a:pt x="184547" y="111175"/>
                  <a:pt x="184557" y="112718"/>
                </a:cubicBezTo>
                <a:cubicBezTo>
                  <a:pt x="184576" y="115405"/>
                  <a:pt x="184443" y="118100"/>
                  <a:pt x="184443" y="120796"/>
                </a:cubicBezTo>
                <a:cubicBezTo>
                  <a:pt x="184443" y="124739"/>
                  <a:pt x="184490" y="128673"/>
                  <a:pt x="184519" y="132626"/>
                </a:cubicBezTo>
                <a:cubicBezTo>
                  <a:pt x="184528" y="134502"/>
                  <a:pt x="184557" y="136379"/>
                  <a:pt x="184576" y="138255"/>
                </a:cubicBezTo>
                <a:cubicBezTo>
                  <a:pt x="184585" y="138760"/>
                  <a:pt x="184614" y="139274"/>
                  <a:pt x="184633" y="139779"/>
                </a:cubicBezTo>
                <a:cubicBezTo>
                  <a:pt x="184785" y="139817"/>
                  <a:pt x="184928" y="139855"/>
                  <a:pt x="185071" y="139893"/>
                </a:cubicBezTo>
                <a:cubicBezTo>
                  <a:pt x="185405" y="139446"/>
                  <a:pt x="185766" y="139017"/>
                  <a:pt x="186081" y="138550"/>
                </a:cubicBezTo>
                <a:cubicBezTo>
                  <a:pt x="189481" y="133569"/>
                  <a:pt x="193301" y="128949"/>
                  <a:pt x="197749" y="124853"/>
                </a:cubicBezTo>
                <a:cubicBezTo>
                  <a:pt x="207036" y="116300"/>
                  <a:pt x="217809" y="110528"/>
                  <a:pt x="230058" y="107518"/>
                </a:cubicBezTo>
                <a:cubicBezTo>
                  <a:pt x="235963" y="106070"/>
                  <a:pt x="241974" y="105422"/>
                  <a:pt x="248032" y="105079"/>
                </a:cubicBezTo>
                <a:close/>
                <a:moveTo>
                  <a:pt x="38967" y="0"/>
                </a:moveTo>
                <a:cubicBezTo>
                  <a:pt x="40110" y="0"/>
                  <a:pt x="41272" y="0"/>
                  <a:pt x="42424" y="0"/>
                </a:cubicBezTo>
                <a:cubicBezTo>
                  <a:pt x="42863" y="143"/>
                  <a:pt x="43301" y="371"/>
                  <a:pt x="43748" y="400"/>
                </a:cubicBezTo>
                <a:cubicBezTo>
                  <a:pt x="53483" y="1134"/>
                  <a:pt x="61893" y="4839"/>
                  <a:pt x="68818" y="11725"/>
                </a:cubicBezTo>
                <a:cubicBezTo>
                  <a:pt x="75000" y="17878"/>
                  <a:pt x="78877" y="25308"/>
                  <a:pt x="80134" y="33957"/>
                </a:cubicBezTo>
                <a:cubicBezTo>
                  <a:pt x="82277" y="48635"/>
                  <a:pt x="77743" y="60998"/>
                  <a:pt x="66685" y="70857"/>
                </a:cubicBezTo>
                <a:cubicBezTo>
                  <a:pt x="61303" y="75657"/>
                  <a:pt x="54883" y="78515"/>
                  <a:pt x="47777" y="79848"/>
                </a:cubicBezTo>
                <a:cubicBezTo>
                  <a:pt x="44110" y="80534"/>
                  <a:pt x="40396" y="80677"/>
                  <a:pt x="36728" y="80343"/>
                </a:cubicBezTo>
                <a:cubicBezTo>
                  <a:pt x="19793" y="78791"/>
                  <a:pt x="6410" y="66951"/>
                  <a:pt x="2115" y="51949"/>
                </a:cubicBezTo>
                <a:cubicBezTo>
                  <a:pt x="1333" y="49216"/>
                  <a:pt x="781" y="46444"/>
                  <a:pt x="648" y="43596"/>
                </a:cubicBezTo>
                <a:cubicBezTo>
                  <a:pt x="619" y="43044"/>
                  <a:pt x="743" y="42396"/>
                  <a:pt x="0" y="42148"/>
                </a:cubicBezTo>
                <a:cubicBezTo>
                  <a:pt x="0" y="40996"/>
                  <a:pt x="0" y="39843"/>
                  <a:pt x="0" y="38681"/>
                </a:cubicBezTo>
                <a:cubicBezTo>
                  <a:pt x="705" y="38414"/>
                  <a:pt x="600" y="37776"/>
                  <a:pt x="657" y="37214"/>
                </a:cubicBezTo>
                <a:cubicBezTo>
                  <a:pt x="772" y="36071"/>
                  <a:pt x="829" y="34919"/>
                  <a:pt x="1010" y="33785"/>
                </a:cubicBezTo>
                <a:cubicBezTo>
                  <a:pt x="2286" y="25956"/>
                  <a:pt x="5477" y="19002"/>
                  <a:pt x="10868" y="13154"/>
                </a:cubicBezTo>
                <a:cubicBezTo>
                  <a:pt x="18069" y="5344"/>
                  <a:pt x="27032" y="1153"/>
                  <a:pt x="37624" y="391"/>
                </a:cubicBezTo>
                <a:cubicBezTo>
                  <a:pt x="38081" y="362"/>
                  <a:pt x="38519" y="133"/>
                  <a:pt x="38967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E4214CBD-CD80-8ADB-016A-4AC0A1D98F94}"/>
              </a:ext>
            </a:extLst>
          </p:cNvPr>
          <p:cNvSpPr/>
          <p:nvPr/>
        </p:nvSpPr>
        <p:spPr>
          <a:xfrm rot="17008073">
            <a:off x="10218134" y="2606510"/>
            <a:ext cx="672424" cy="672425"/>
          </a:xfrm>
          <a:custGeom>
            <a:avLst/>
            <a:gdLst>
              <a:gd name="connsiteX0" fmla="*/ 611295 w 611295"/>
              <a:gd name="connsiteY0" fmla="*/ 305648 h 611295"/>
              <a:gd name="connsiteX1" fmla="*/ 305648 w 611295"/>
              <a:gd name="connsiteY1" fmla="*/ 611295 h 611295"/>
              <a:gd name="connsiteX2" fmla="*/ 0 w 611295"/>
              <a:gd name="connsiteY2" fmla="*/ 305648 h 611295"/>
              <a:gd name="connsiteX3" fmla="*/ 305648 w 611295"/>
              <a:gd name="connsiteY3" fmla="*/ 0 h 611295"/>
              <a:gd name="connsiteX4" fmla="*/ 611295 w 611295"/>
              <a:gd name="connsiteY4" fmla="*/ 305648 h 611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295" h="611295">
                <a:moveTo>
                  <a:pt x="611295" y="305648"/>
                </a:moveTo>
                <a:cubicBezTo>
                  <a:pt x="611295" y="474452"/>
                  <a:pt x="474452" y="611295"/>
                  <a:pt x="305648" y="611295"/>
                </a:cubicBezTo>
                <a:cubicBezTo>
                  <a:pt x="136843" y="611295"/>
                  <a:pt x="0" y="474452"/>
                  <a:pt x="0" y="305648"/>
                </a:cubicBezTo>
                <a:cubicBezTo>
                  <a:pt x="0" y="136843"/>
                  <a:pt x="136843" y="0"/>
                  <a:pt x="305648" y="0"/>
                </a:cubicBezTo>
                <a:cubicBezTo>
                  <a:pt x="474452" y="0"/>
                  <a:pt x="611295" y="136843"/>
                  <a:pt x="611295" y="30564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9A6D831-B1C8-300D-82DB-788F6F2960E6}"/>
              </a:ext>
            </a:extLst>
          </p:cNvPr>
          <p:cNvSpPr/>
          <p:nvPr/>
        </p:nvSpPr>
        <p:spPr>
          <a:xfrm>
            <a:off x="10429096" y="2813821"/>
            <a:ext cx="307828" cy="258155"/>
          </a:xfrm>
          <a:custGeom>
            <a:avLst/>
            <a:gdLst>
              <a:gd name="connsiteX0" fmla="*/ 0 w 279844"/>
              <a:gd name="connsiteY0" fmla="*/ 234686 h 234686"/>
              <a:gd name="connsiteX1" fmla="*/ 0 w 279844"/>
              <a:gd name="connsiteY1" fmla="*/ 0 h 234686"/>
              <a:gd name="connsiteX2" fmla="*/ 279845 w 279844"/>
              <a:gd name="connsiteY2" fmla="*/ 117348 h 23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844" h="234686">
                <a:moveTo>
                  <a:pt x="0" y="234686"/>
                </a:moveTo>
                <a:lnTo>
                  <a:pt x="0" y="0"/>
                </a:lnTo>
                <a:lnTo>
                  <a:pt x="279845" y="11734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31208FCD-2F68-2940-D9C7-C00DF05B95F4}"/>
              </a:ext>
            </a:extLst>
          </p:cNvPr>
          <p:cNvSpPr/>
          <p:nvPr/>
        </p:nvSpPr>
        <p:spPr>
          <a:xfrm rot="18900000">
            <a:off x="10375189" y="965511"/>
            <a:ext cx="698088" cy="698087"/>
          </a:xfrm>
          <a:custGeom>
            <a:avLst/>
            <a:gdLst>
              <a:gd name="connsiteX0" fmla="*/ 634626 w 634625"/>
              <a:gd name="connsiteY0" fmla="*/ 317313 h 634625"/>
              <a:gd name="connsiteX1" fmla="*/ 317313 w 634625"/>
              <a:gd name="connsiteY1" fmla="*/ 634626 h 634625"/>
              <a:gd name="connsiteX2" fmla="*/ 0 w 634625"/>
              <a:gd name="connsiteY2" fmla="*/ 317313 h 634625"/>
              <a:gd name="connsiteX3" fmla="*/ 317313 w 634625"/>
              <a:gd name="connsiteY3" fmla="*/ 0 h 634625"/>
              <a:gd name="connsiteX4" fmla="*/ 634626 w 634625"/>
              <a:gd name="connsiteY4" fmla="*/ 317313 h 63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4625" h="634625">
                <a:moveTo>
                  <a:pt x="634626" y="317313"/>
                </a:moveTo>
                <a:cubicBezTo>
                  <a:pt x="634626" y="492560"/>
                  <a:pt x="492560" y="634626"/>
                  <a:pt x="317313" y="634626"/>
                </a:cubicBezTo>
                <a:cubicBezTo>
                  <a:pt x="142066" y="634626"/>
                  <a:pt x="0" y="492560"/>
                  <a:pt x="0" y="317313"/>
                </a:cubicBezTo>
                <a:cubicBezTo>
                  <a:pt x="0" y="142066"/>
                  <a:pt x="142066" y="0"/>
                  <a:pt x="317313" y="0"/>
                </a:cubicBezTo>
                <a:cubicBezTo>
                  <a:pt x="492560" y="0"/>
                  <a:pt x="634626" y="142066"/>
                  <a:pt x="634626" y="317313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EE61AE9-B0F6-15AE-7D0B-2B64757635F7}"/>
              </a:ext>
            </a:extLst>
          </p:cNvPr>
          <p:cNvGrpSpPr/>
          <p:nvPr/>
        </p:nvGrpSpPr>
        <p:grpSpPr>
          <a:xfrm>
            <a:off x="10542581" y="1099409"/>
            <a:ext cx="352096" cy="412633"/>
            <a:chOff x="2632355" y="1556869"/>
            <a:chExt cx="320087" cy="375121"/>
          </a:xfrm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EA62C79-20CB-63FD-2811-08AC17D568FB}"/>
                </a:ext>
              </a:extLst>
            </p:cNvPr>
            <p:cNvSpPr/>
            <p:nvPr/>
          </p:nvSpPr>
          <p:spPr>
            <a:xfrm>
              <a:off x="2644976" y="1572667"/>
              <a:ext cx="304904" cy="359323"/>
            </a:xfrm>
            <a:custGeom>
              <a:avLst/>
              <a:gdLst>
                <a:gd name="connsiteX0" fmla="*/ 244963 w 304904"/>
                <a:gd name="connsiteY0" fmla="*/ 49892 h 359323"/>
                <a:gd name="connsiteX1" fmla="*/ 250459 w 304904"/>
                <a:gd name="connsiteY1" fmla="*/ 58617 h 359323"/>
                <a:gd name="connsiteX2" fmla="*/ 250945 w 304904"/>
                <a:gd name="connsiteY2" fmla="*/ 59017 h 359323"/>
                <a:gd name="connsiteX3" fmla="*/ 244963 w 304904"/>
                <a:gd name="connsiteY3" fmla="*/ 49892 h 359323"/>
                <a:gd name="connsiteX4" fmla="*/ 251050 w 304904"/>
                <a:gd name="connsiteY4" fmla="*/ 59160 h 359323"/>
                <a:gd name="connsiteX5" fmla="*/ 251050 w 304904"/>
                <a:gd name="connsiteY5" fmla="*/ 59188 h 359323"/>
                <a:gd name="connsiteX6" fmla="*/ 251050 w 304904"/>
                <a:gd name="connsiteY6" fmla="*/ 59207 h 359323"/>
                <a:gd name="connsiteX7" fmla="*/ 251050 w 304904"/>
                <a:gd name="connsiteY7" fmla="*/ 59207 h 359323"/>
                <a:gd name="connsiteX8" fmla="*/ 251069 w 304904"/>
                <a:gd name="connsiteY8" fmla="*/ 59217 h 359323"/>
                <a:gd name="connsiteX9" fmla="*/ 254374 w 304904"/>
                <a:gd name="connsiteY9" fmla="*/ 61560 h 359323"/>
                <a:gd name="connsiteX10" fmla="*/ 251050 w 304904"/>
                <a:gd name="connsiteY10" fmla="*/ 59160 h 359323"/>
                <a:gd name="connsiteX11" fmla="*/ 304857 w 304904"/>
                <a:gd name="connsiteY11" fmla="*/ 116853 h 359323"/>
                <a:gd name="connsiteX12" fmla="*/ 304866 w 304904"/>
                <a:gd name="connsiteY12" fmla="*/ 91916 h 359323"/>
                <a:gd name="connsiteX13" fmla="*/ 295074 w 304904"/>
                <a:gd name="connsiteY13" fmla="*/ 89659 h 359323"/>
                <a:gd name="connsiteX14" fmla="*/ 278987 w 304904"/>
                <a:gd name="connsiteY14" fmla="*/ 83325 h 359323"/>
                <a:gd name="connsiteX15" fmla="*/ 264737 w 304904"/>
                <a:gd name="connsiteY15" fmla="*/ 73943 h 359323"/>
                <a:gd name="connsiteX16" fmla="*/ 258051 w 304904"/>
                <a:gd name="connsiteY16" fmla="*/ 67847 h 359323"/>
                <a:gd name="connsiteX17" fmla="*/ 257108 w 304904"/>
                <a:gd name="connsiteY17" fmla="*/ 66827 h 359323"/>
                <a:gd name="connsiteX18" fmla="*/ 256289 w 304904"/>
                <a:gd name="connsiteY18" fmla="*/ 65932 h 359323"/>
                <a:gd name="connsiteX19" fmla="*/ 251059 w 304904"/>
                <a:gd name="connsiteY19" fmla="*/ 59207 h 359323"/>
                <a:gd name="connsiteX20" fmla="*/ 248716 w 304904"/>
                <a:gd name="connsiteY20" fmla="*/ 57626 h 359323"/>
                <a:gd name="connsiteX21" fmla="*/ 238763 w 304904"/>
                <a:gd name="connsiteY21" fmla="*/ 47549 h 359323"/>
                <a:gd name="connsiteX22" fmla="*/ 227133 w 304904"/>
                <a:gd name="connsiteY22" fmla="*/ 29270 h 359323"/>
                <a:gd name="connsiteX23" fmla="*/ 219884 w 304904"/>
                <a:gd name="connsiteY23" fmla="*/ 8830 h 359323"/>
                <a:gd name="connsiteX24" fmla="*/ 218189 w 304904"/>
                <a:gd name="connsiteY24" fmla="*/ 1105 h 359323"/>
                <a:gd name="connsiteX25" fmla="*/ 218179 w 304904"/>
                <a:gd name="connsiteY25" fmla="*/ 1048 h 359323"/>
                <a:gd name="connsiteX26" fmla="*/ 218160 w 304904"/>
                <a:gd name="connsiteY26" fmla="*/ 886 h 359323"/>
                <a:gd name="connsiteX27" fmla="*/ 218151 w 304904"/>
                <a:gd name="connsiteY27" fmla="*/ 838 h 359323"/>
                <a:gd name="connsiteX28" fmla="*/ 218151 w 304904"/>
                <a:gd name="connsiteY28" fmla="*/ 743 h 359323"/>
                <a:gd name="connsiteX29" fmla="*/ 218189 w 304904"/>
                <a:gd name="connsiteY29" fmla="*/ 67 h 359323"/>
                <a:gd name="connsiteX30" fmla="*/ 218169 w 304904"/>
                <a:gd name="connsiteY30" fmla="*/ 67 h 359323"/>
                <a:gd name="connsiteX31" fmla="*/ 218169 w 304904"/>
                <a:gd name="connsiteY31" fmla="*/ 29 h 359323"/>
                <a:gd name="connsiteX32" fmla="*/ 188109 w 304904"/>
                <a:gd name="connsiteY32" fmla="*/ 29 h 359323"/>
                <a:gd name="connsiteX33" fmla="*/ 185937 w 304904"/>
                <a:gd name="connsiteY33" fmla="*/ 29 h 359323"/>
                <a:gd name="connsiteX34" fmla="*/ 178831 w 304904"/>
                <a:gd name="connsiteY34" fmla="*/ 19 h 359323"/>
                <a:gd name="connsiteX35" fmla="*/ 176060 w 304904"/>
                <a:gd name="connsiteY35" fmla="*/ 19 h 359323"/>
                <a:gd name="connsiteX36" fmla="*/ 169802 w 304904"/>
                <a:gd name="connsiteY36" fmla="*/ 0 h 359323"/>
                <a:gd name="connsiteX37" fmla="*/ 168477 w 304904"/>
                <a:gd name="connsiteY37" fmla="*/ 1372 h 359323"/>
                <a:gd name="connsiteX38" fmla="*/ 168497 w 304904"/>
                <a:gd name="connsiteY38" fmla="*/ 230896 h 359323"/>
                <a:gd name="connsiteX39" fmla="*/ 168477 w 304904"/>
                <a:gd name="connsiteY39" fmla="*/ 251022 h 359323"/>
                <a:gd name="connsiteX40" fmla="*/ 167678 w 304904"/>
                <a:gd name="connsiteY40" fmla="*/ 262461 h 359323"/>
                <a:gd name="connsiteX41" fmla="*/ 165077 w 304904"/>
                <a:gd name="connsiteY41" fmla="*/ 276720 h 359323"/>
                <a:gd name="connsiteX42" fmla="*/ 162172 w 304904"/>
                <a:gd name="connsiteY42" fmla="*/ 282626 h 359323"/>
                <a:gd name="connsiteX43" fmla="*/ 151856 w 304904"/>
                <a:gd name="connsiteY43" fmla="*/ 295551 h 359323"/>
                <a:gd name="connsiteX44" fmla="*/ 142065 w 304904"/>
                <a:gd name="connsiteY44" fmla="*/ 302619 h 359323"/>
                <a:gd name="connsiteX45" fmla="*/ 126549 w 304904"/>
                <a:gd name="connsiteY45" fmla="*/ 308239 h 359323"/>
                <a:gd name="connsiteX46" fmla="*/ 120681 w 304904"/>
                <a:gd name="connsiteY46" fmla="*/ 309048 h 359323"/>
                <a:gd name="connsiteX47" fmla="*/ 114823 w 304904"/>
                <a:gd name="connsiteY47" fmla="*/ 309210 h 359323"/>
                <a:gd name="connsiteX48" fmla="*/ 95087 w 304904"/>
                <a:gd name="connsiteY48" fmla="*/ 305162 h 359323"/>
                <a:gd name="connsiteX49" fmla="*/ 82495 w 304904"/>
                <a:gd name="connsiteY49" fmla="*/ 297771 h 359323"/>
                <a:gd name="connsiteX50" fmla="*/ 72304 w 304904"/>
                <a:gd name="connsiteY50" fmla="*/ 285360 h 359323"/>
                <a:gd name="connsiteX51" fmla="*/ 68122 w 304904"/>
                <a:gd name="connsiteY51" fmla="*/ 274339 h 359323"/>
                <a:gd name="connsiteX52" fmla="*/ 72075 w 304904"/>
                <a:gd name="connsiteY52" fmla="*/ 284836 h 359323"/>
                <a:gd name="connsiteX53" fmla="*/ 72132 w 304904"/>
                <a:gd name="connsiteY53" fmla="*/ 285264 h 359323"/>
                <a:gd name="connsiteX54" fmla="*/ 72094 w 304904"/>
                <a:gd name="connsiteY54" fmla="*/ 285407 h 359323"/>
                <a:gd name="connsiteX55" fmla="*/ 68075 w 304904"/>
                <a:gd name="connsiteY55" fmla="*/ 282673 h 359323"/>
                <a:gd name="connsiteX56" fmla="*/ 67827 w 304904"/>
                <a:gd name="connsiteY56" fmla="*/ 282483 h 359323"/>
                <a:gd name="connsiteX57" fmla="*/ 63484 w 304904"/>
                <a:gd name="connsiteY57" fmla="*/ 278606 h 359323"/>
                <a:gd name="connsiteX58" fmla="*/ 54587 w 304904"/>
                <a:gd name="connsiteY58" fmla="*/ 264214 h 359323"/>
                <a:gd name="connsiteX59" fmla="*/ 51901 w 304904"/>
                <a:gd name="connsiteY59" fmla="*/ 254727 h 359323"/>
                <a:gd name="connsiteX60" fmla="*/ 50930 w 304904"/>
                <a:gd name="connsiteY60" fmla="*/ 247021 h 359323"/>
                <a:gd name="connsiteX61" fmla="*/ 50758 w 304904"/>
                <a:gd name="connsiteY61" fmla="*/ 242354 h 359323"/>
                <a:gd name="connsiteX62" fmla="*/ 53301 w 304904"/>
                <a:gd name="connsiteY62" fmla="*/ 226047 h 359323"/>
                <a:gd name="connsiteX63" fmla="*/ 60893 w 304904"/>
                <a:gd name="connsiteY63" fmla="*/ 210836 h 359323"/>
                <a:gd name="connsiteX64" fmla="*/ 74685 w 304904"/>
                <a:gd name="connsiteY64" fmla="*/ 198311 h 359323"/>
                <a:gd name="connsiteX65" fmla="*/ 90658 w 304904"/>
                <a:gd name="connsiteY65" fmla="*/ 191967 h 359323"/>
                <a:gd name="connsiteX66" fmla="*/ 98097 w 304904"/>
                <a:gd name="connsiteY66" fmla="*/ 190786 h 359323"/>
                <a:gd name="connsiteX67" fmla="*/ 109785 w 304904"/>
                <a:gd name="connsiteY67" fmla="*/ 190433 h 359323"/>
                <a:gd name="connsiteX68" fmla="*/ 117947 w 304904"/>
                <a:gd name="connsiteY68" fmla="*/ 191233 h 359323"/>
                <a:gd name="connsiteX69" fmla="*/ 119271 w 304904"/>
                <a:gd name="connsiteY69" fmla="*/ 190090 h 359323"/>
                <a:gd name="connsiteX70" fmla="*/ 119281 w 304904"/>
                <a:gd name="connsiteY70" fmla="*/ 137322 h 359323"/>
                <a:gd name="connsiteX71" fmla="*/ 107194 w 304904"/>
                <a:gd name="connsiteY71" fmla="*/ 137341 h 359323"/>
                <a:gd name="connsiteX72" fmla="*/ 93202 w 304904"/>
                <a:gd name="connsiteY72" fmla="*/ 138932 h 359323"/>
                <a:gd name="connsiteX73" fmla="*/ 77790 w 304904"/>
                <a:gd name="connsiteY73" fmla="*/ 142761 h 359323"/>
                <a:gd name="connsiteX74" fmla="*/ 67217 w 304904"/>
                <a:gd name="connsiteY74" fmla="*/ 146914 h 359323"/>
                <a:gd name="connsiteX75" fmla="*/ 51920 w 304904"/>
                <a:gd name="connsiteY75" fmla="*/ 155467 h 359323"/>
                <a:gd name="connsiteX76" fmla="*/ 41900 w 304904"/>
                <a:gd name="connsiteY76" fmla="*/ 163135 h 359323"/>
                <a:gd name="connsiteX77" fmla="*/ 32756 w 304904"/>
                <a:gd name="connsiteY77" fmla="*/ 171945 h 359323"/>
                <a:gd name="connsiteX78" fmla="*/ 22669 w 304904"/>
                <a:gd name="connsiteY78" fmla="*/ 184528 h 359323"/>
                <a:gd name="connsiteX79" fmla="*/ 12972 w 304904"/>
                <a:gd name="connsiteY79" fmla="*/ 201130 h 359323"/>
                <a:gd name="connsiteX80" fmla="*/ 7467 w 304904"/>
                <a:gd name="connsiteY80" fmla="*/ 214370 h 359323"/>
                <a:gd name="connsiteX81" fmla="*/ 2228 w 304904"/>
                <a:gd name="connsiteY81" fmla="*/ 233791 h 359323"/>
                <a:gd name="connsiteX82" fmla="*/ 847 w 304904"/>
                <a:gd name="connsiteY82" fmla="*/ 243221 h 359323"/>
                <a:gd name="connsiteX83" fmla="*/ 37 w 304904"/>
                <a:gd name="connsiteY83" fmla="*/ 261833 h 359323"/>
                <a:gd name="connsiteX84" fmla="*/ 847 w 304904"/>
                <a:gd name="connsiteY84" fmla="*/ 272625 h 359323"/>
                <a:gd name="connsiteX85" fmla="*/ 3971 w 304904"/>
                <a:gd name="connsiteY85" fmla="*/ 289474 h 359323"/>
                <a:gd name="connsiteX86" fmla="*/ 9924 w 304904"/>
                <a:gd name="connsiteY86" fmla="*/ 306600 h 359323"/>
                <a:gd name="connsiteX87" fmla="*/ 19707 w 304904"/>
                <a:gd name="connsiteY87" fmla="*/ 324364 h 359323"/>
                <a:gd name="connsiteX88" fmla="*/ 22326 w 304904"/>
                <a:gd name="connsiteY88" fmla="*/ 328489 h 359323"/>
                <a:gd name="connsiteX89" fmla="*/ 30070 w 304904"/>
                <a:gd name="connsiteY89" fmla="*/ 337376 h 359323"/>
                <a:gd name="connsiteX90" fmla="*/ 24126 w 304904"/>
                <a:gd name="connsiteY90" fmla="*/ 330432 h 359323"/>
                <a:gd name="connsiteX91" fmla="*/ 24098 w 304904"/>
                <a:gd name="connsiteY91" fmla="*/ 329908 h 359323"/>
                <a:gd name="connsiteX92" fmla="*/ 24984 w 304904"/>
                <a:gd name="connsiteY92" fmla="*/ 330451 h 359323"/>
                <a:gd name="connsiteX93" fmla="*/ 27231 w 304904"/>
                <a:gd name="connsiteY93" fmla="*/ 332337 h 359323"/>
                <a:gd name="connsiteX94" fmla="*/ 27460 w 304904"/>
                <a:gd name="connsiteY94" fmla="*/ 332518 h 359323"/>
                <a:gd name="connsiteX95" fmla="*/ 37652 w 304904"/>
                <a:gd name="connsiteY95" fmla="*/ 339823 h 359323"/>
                <a:gd name="connsiteX96" fmla="*/ 51615 w 304904"/>
                <a:gd name="connsiteY96" fmla="*/ 347529 h 359323"/>
                <a:gd name="connsiteX97" fmla="*/ 70313 w 304904"/>
                <a:gd name="connsiteY97" fmla="*/ 354730 h 359323"/>
                <a:gd name="connsiteX98" fmla="*/ 80105 w 304904"/>
                <a:gd name="connsiteY98" fmla="*/ 356778 h 359323"/>
                <a:gd name="connsiteX99" fmla="*/ 88868 w 304904"/>
                <a:gd name="connsiteY99" fmla="*/ 358207 h 359323"/>
                <a:gd name="connsiteX100" fmla="*/ 92944 w 304904"/>
                <a:gd name="connsiteY100" fmla="*/ 358654 h 359323"/>
                <a:gd name="connsiteX101" fmla="*/ 106184 w 304904"/>
                <a:gd name="connsiteY101" fmla="*/ 359293 h 359323"/>
                <a:gd name="connsiteX102" fmla="*/ 117566 w 304904"/>
                <a:gd name="connsiteY102" fmla="*/ 358492 h 359323"/>
                <a:gd name="connsiteX103" fmla="*/ 130759 w 304904"/>
                <a:gd name="connsiteY103" fmla="*/ 356292 h 359323"/>
                <a:gd name="connsiteX104" fmla="*/ 149885 w 304904"/>
                <a:gd name="connsiteY104" fmla="*/ 350025 h 359323"/>
                <a:gd name="connsiteX105" fmla="*/ 170154 w 304904"/>
                <a:gd name="connsiteY105" fmla="*/ 338118 h 359323"/>
                <a:gd name="connsiteX106" fmla="*/ 184156 w 304904"/>
                <a:gd name="connsiteY106" fmla="*/ 325326 h 359323"/>
                <a:gd name="connsiteX107" fmla="*/ 193176 w 304904"/>
                <a:gd name="connsiteY107" fmla="*/ 314011 h 359323"/>
                <a:gd name="connsiteX108" fmla="*/ 203272 w 304904"/>
                <a:gd name="connsiteY108" fmla="*/ 296618 h 359323"/>
                <a:gd name="connsiteX109" fmla="*/ 211121 w 304904"/>
                <a:gd name="connsiteY109" fmla="*/ 275501 h 359323"/>
                <a:gd name="connsiteX110" fmla="*/ 213940 w 304904"/>
                <a:gd name="connsiteY110" fmla="*/ 263338 h 359323"/>
                <a:gd name="connsiteX111" fmla="*/ 215379 w 304904"/>
                <a:gd name="connsiteY111" fmla="*/ 254356 h 359323"/>
                <a:gd name="connsiteX112" fmla="*/ 215826 w 304904"/>
                <a:gd name="connsiteY112" fmla="*/ 249317 h 359323"/>
                <a:gd name="connsiteX113" fmla="*/ 216436 w 304904"/>
                <a:gd name="connsiteY113" fmla="*/ 180413 h 359323"/>
                <a:gd name="connsiteX114" fmla="*/ 216465 w 304904"/>
                <a:gd name="connsiteY114" fmla="*/ 111376 h 359323"/>
                <a:gd name="connsiteX115" fmla="*/ 216465 w 304904"/>
                <a:gd name="connsiteY115" fmla="*/ 110138 h 359323"/>
                <a:gd name="connsiteX116" fmla="*/ 218855 w 304904"/>
                <a:gd name="connsiteY116" fmla="*/ 112147 h 359323"/>
                <a:gd name="connsiteX117" fmla="*/ 230657 w 304904"/>
                <a:gd name="connsiteY117" fmla="*/ 120587 h 359323"/>
                <a:gd name="connsiteX118" fmla="*/ 242144 w 304904"/>
                <a:gd name="connsiteY118" fmla="*/ 126759 h 359323"/>
                <a:gd name="connsiteX119" fmla="*/ 263232 w 304904"/>
                <a:gd name="connsiteY119" fmla="*/ 134693 h 359323"/>
                <a:gd name="connsiteX120" fmla="*/ 279082 w 304904"/>
                <a:gd name="connsiteY120" fmla="*/ 138589 h 359323"/>
                <a:gd name="connsiteX121" fmla="*/ 291341 w 304904"/>
                <a:gd name="connsiteY121" fmla="*/ 140656 h 359323"/>
                <a:gd name="connsiteX122" fmla="*/ 298894 w 304904"/>
                <a:gd name="connsiteY122" fmla="*/ 141389 h 359323"/>
                <a:gd name="connsiteX123" fmla="*/ 303876 w 304904"/>
                <a:gd name="connsiteY123" fmla="*/ 141570 h 359323"/>
                <a:gd name="connsiteX124" fmla="*/ 304904 w 304904"/>
                <a:gd name="connsiteY124" fmla="*/ 140503 h 359323"/>
                <a:gd name="connsiteX125" fmla="*/ 304857 w 304904"/>
                <a:gd name="connsiteY125" fmla="*/ 116853 h 359323"/>
                <a:gd name="connsiteX126" fmla="*/ 22945 w 304904"/>
                <a:gd name="connsiteY126" fmla="*/ 329070 h 359323"/>
                <a:gd name="connsiteX127" fmla="*/ 22783 w 304904"/>
                <a:gd name="connsiteY127" fmla="*/ 328994 h 359323"/>
                <a:gd name="connsiteX128" fmla="*/ 22850 w 304904"/>
                <a:gd name="connsiteY128" fmla="*/ 328927 h 359323"/>
                <a:gd name="connsiteX129" fmla="*/ 23021 w 304904"/>
                <a:gd name="connsiteY129" fmla="*/ 329003 h 359323"/>
                <a:gd name="connsiteX130" fmla="*/ 22945 w 304904"/>
                <a:gd name="connsiteY130" fmla="*/ 329070 h 359323"/>
                <a:gd name="connsiteX131" fmla="*/ 23783 w 304904"/>
                <a:gd name="connsiteY131" fmla="*/ 329813 h 359323"/>
                <a:gd name="connsiteX132" fmla="*/ 23612 w 304904"/>
                <a:gd name="connsiteY132" fmla="*/ 329689 h 359323"/>
                <a:gd name="connsiteX133" fmla="*/ 23764 w 304904"/>
                <a:gd name="connsiteY133" fmla="*/ 329575 h 359323"/>
                <a:gd name="connsiteX134" fmla="*/ 23926 w 304904"/>
                <a:gd name="connsiteY134" fmla="*/ 329651 h 359323"/>
                <a:gd name="connsiteX135" fmla="*/ 23783 w 304904"/>
                <a:gd name="connsiteY135" fmla="*/ 329813 h 359323"/>
                <a:gd name="connsiteX136" fmla="*/ 30041 w 304904"/>
                <a:gd name="connsiteY136" fmla="*/ 337366 h 359323"/>
                <a:gd name="connsiteX137" fmla="*/ 30584 w 304904"/>
                <a:gd name="connsiteY137" fmla="*/ 337938 h 359323"/>
                <a:gd name="connsiteX138" fmla="*/ 30041 w 304904"/>
                <a:gd name="connsiteY138" fmla="*/ 337366 h 359323"/>
                <a:gd name="connsiteX139" fmla="*/ 188090 w 304904"/>
                <a:gd name="connsiteY139" fmla="*/ 29 h 359323"/>
                <a:gd name="connsiteX140" fmla="*/ 218151 w 304904"/>
                <a:gd name="connsiteY140" fmla="*/ 48 h 359323"/>
                <a:gd name="connsiteX141" fmla="*/ 218151 w 304904"/>
                <a:gd name="connsiteY141" fmla="*/ 29 h 359323"/>
                <a:gd name="connsiteX142" fmla="*/ 188090 w 304904"/>
                <a:gd name="connsiteY142" fmla="*/ 29 h 359323"/>
                <a:gd name="connsiteX143" fmla="*/ 218160 w 304904"/>
                <a:gd name="connsiteY143" fmla="*/ 48 h 359323"/>
                <a:gd name="connsiteX144" fmla="*/ 218141 w 304904"/>
                <a:gd name="connsiteY144" fmla="*/ 724 h 359323"/>
                <a:gd name="connsiteX145" fmla="*/ 218179 w 304904"/>
                <a:gd name="connsiteY145" fmla="*/ 48 h 359323"/>
                <a:gd name="connsiteX146" fmla="*/ 218160 w 304904"/>
                <a:gd name="connsiteY146" fmla="*/ 48 h 35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304904" h="359323">
                  <a:moveTo>
                    <a:pt x="244963" y="49892"/>
                  </a:moveTo>
                  <a:cubicBezTo>
                    <a:pt x="246611" y="52911"/>
                    <a:pt x="248421" y="55826"/>
                    <a:pt x="250459" y="58617"/>
                  </a:cubicBezTo>
                  <a:cubicBezTo>
                    <a:pt x="250478" y="58645"/>
                    <a:pt x="250774" y="58845"/>
                    <a:pt x="250945" y="59017"/>
                  </a:cubicBezTo>
                  <a:cubicBezTo>
                    <a:pt x="250364" y="58207"/>
                    <a:pt x="247754" y="54893"/>
                    <a:pt x="244963" y="49892"/>
                  </a:cubicBezTo>
                  <a:close/>
                  <a:moveTo>
                    <a:pt x="251050" y="59160"/>
                  </a:moveTo>
                  <a:cubicBezTo>
                    <a:pt x="251050" y="59169"/>
                    <a:pt x="251050" y="59179"/>
                    <a:pt x="251050" y="59188"/>
                  </a:cubicBezTo>
                  <a:cubicBezTo>
                    <a:pt x="251050" y="59188"/>
                    <a:pt x="251050" y="59198"/>
                    <a:pt x="251050" y="59207"/>
                  </a:cubicBezTo>
                  <a:cubicBezTo>
                    <a:pt x="251050" y="59207"/>
                    <a:pt x="251050" y="59207"/>
                    <a:pt x="251050" y="59207"/>
                  </a:cubicBezTo>
                  <a:cubicBezTo>
                    <a:pt x="251059" y="59207"/>
                    <a:pt x="251059" y="59217"/>
                    <a:pt x="251069" y="59217"/>
                  </a:cubicBezTo>
                  <a:cubicBezTo>
                    <a:pt x="252174" y="59998"/>
                    <a:pt x="253269" y="60789"/>
                    <a:pt x="254374" y="61560"/>
                  </a:cubicBezTo>
                  <a:cubicBezTo>
                    <a:pt x="253269" y="60779"/>
                    <a:pt x="252155" y="59941"/>
                    <a:pt x="251050" y="59160"/>
                  </a:cubicBezTo>
                  <a:close/>
                  <a:moveTo>
                    <a:pt x="304857" y="116853"/>
                  </a:moveTo>
                  <a:cubicBezTo>
                    <a:pt x="304857" y="108537"/>
                    <a:pt x="304857" y="100222"/>
                    <a:pt x="304866" y="91916"/>
                  </a:cubicBezTo>
                  <a:cubicBezTo>
                    <a:pt x="301551" y="91373"/>
                    <a:pt x="298294" y="90592"/>
                    <a:pt x="295074" y="89659"/>
                  </a:cubicBezTo>
                  <a:cubicBezTo>
                    <a:pt x="289521" y="88049"/>
                    <a:pt x="284130" y="85992"/>
                    <a:pt x="278987" y="83325"/>
                  </a:cubicBezTo>
                  <a:cubicBezTo>
                    <a:pt x="273910" y="80696"/>
                    <a:pt x="269147" y="77600"/>
                    <a:pt x="264737" y="73943"/>
                  </a:cubicBezTo>
                  <a:cubicBezTo>
                    <a:pt x="262404" y="72009"/>
                    <a:pt x="260118" y="70047"/>
                    <a:pt x="258051" y="67847"/>
                  </a:cubicBezTo>
                  <a:cubicBezTo>
                    <a:pt x="257736" y="67513"/>
                    <a:pt x="257422" y="67170"/>
                    <a:pt x="257108" y="66827"/>
                  </a:cubicBezTo>
                  <a:cubicBezTo>
                    <a:pt x="256831" y="66532"/>
                    <a:pt x="256565" y="66227"/>
                    <a:pt x="256289" y="65932"/>
                  </a:cubicBezTo>
                  <a:cubicBezTo>
                    <a:pt x="254403" y="63818"/>
                    <a:pt x="252612" y="61617"/>
                    <a:pt x="251059" y="59207"/>
                  </a:cubicBezTo>
                  <a:cubicBezTo>
                    <a:pt x="250297" y="59017"/>
                    <a:pt x="249231" y="58064"/>
                    <a:pt x="248716" y="57626"/>
                  </a:cubicBezTo>
                  <a:cubicBezTo>
                    <a:pt x="245106" y="54559"/>
                    <a:pt x="241792" y="51206"/>
                    <a:pt x="238763" y="47549"/>
                  </a:cubicBezTo>
                  <a:cubicBezTo>
                    <a:pt x="234114" y="41939"/>
                    <a:pt x="230266" y="35833"/>
                    <a:pt x="227133" y="29270"/>
                  </a:cubicBezTo>
                  <a:cubicBezTo>
                    <a:pt x="223989" y="22717"/>
                    <a:pt x="221570" y="15897"/>
                    <a:pt x="219884" y="8830"/>
                  </a:cubicBezTo>
                  <a:cubicBezTo>
                    <a:pt x="219274" y="6267"/>
                    <a:pt x="218731" y="3686"/>
                    <a:pt x="218189" y="1105"/>
                  </a:cubicBezTo>
                  <a:cubicBezTo>
                    <a:pt x="218189" y="1086"/>
                    <a:pt x="218179" y="1067"/>
                    <a:pt x="218179" y="1048"/>
                  </a:cubicBezTo>
                  <a:cubicBezTo>
                    <a:pt x="218169" y="1000"/>
                    <a:pt x="218169" y="943"/>
                    <a:pt x="218160" y="886"/>
                  </a:cubicBezTo>
                  <a:cubicBezTo>
                    <a:pt x="218160" y="867"/>
                    <a:pt x="218160" y="857"/>
                    <a:pt x="218151" y="838"/>
                  </a:cubicBezTo>
                  <a:cubicBezTo>
                    <a:pt x="218151" y="810"/>
                    <a:pt x="218151" y="772"/>
                    <a:pt x="218151" y="743"/>
                  </a:cubicBezTo>
                  <a:cubicBezTo>
                    <a:pt x="218151" y="524"/>
                    <a:pt x="218179" y="286"/>
                    <a:pt x="218189" y="67"/>
                  </a:cubicBezTo>
                  <a:lnTo>
                    <a:pt x="218169" y="67"/>
                  </a:lnTo>
                  <a:lnTo>
                    <a:pt x="218169" y="29"/>
                  </a:lnTo>
                  <a:cubicBezTo>
                    <a:pt x="208149" y="29"/>
                    <a:pt x="198129" y="29"/>
                    <a:pt x="188109" y="29"/>
                  </a:cubicBezTo>
                  <a:cubicBezTo>
                    <a:pt x="187385" y="29"/>
                    <a:pt x="186661" y="29"/>
                    <a:pt x="185937" y="29"/>
                  </a:cubicBezTo>
                  <a:cubicBezTo>
                    <a:pt x="183508" y="29"/>
                    <a:pt x="181117" y="29"/>
                    <a:pt x="178831" y="19"/>
                  </a:cubicBezTo>
                  <a:cubicBezTo>
                    <a:pt x="177888" y="19"/>
                    <a:pt x="176964" y="19"/>
                    <a:pt x="176060" y="19"/>
                  </a:cubicBezTo>
                  <a:cubicBezTo>
                    <a:pt x="173802" y="19"/>
                    <a:pt x="171697" y="10"/>
                    <a:pt x="169802" y="0"/>
                  </a:cubicBezTo>
                  <a:cubicBezTo>
                    <a:pt x="168678" y="0"/>
                    <a:pt x="168477" y="324"/>
                    <a:pt x="168477" y="1372"/>
                  </a:cubicBezTo>
                  <a:cubicBezTo>
                    <a:pt x="168506" y="77876"/>
                    <a:pt x="168497" y="154381"/>
                    <a:pt x="168497" y="230896"/>
                  </a:cubicBezTo>
                  <a:cubicBezTo>
                    <a:pt x="168497" y="237611"/>
                    <a:pt x="168535" y="244316"/>
                    <a:pt x="168477" y="251022"/>
                  </a:cubicBezTo>
                  <a:cubicBezTo>
                    <a:pt x="168439" y="254851"/>
                    <a:pt x="168087" y="258651"/>
                    <a:pt x="167678" y="262461"/>
                  </a:cubicBezTo>
                  <a:cubicBezTo>
                    <a:pt x="167154" y="267281"/>
                    <a:pt x="166363" y="272044"/>
                    <a:pt x="165077" y="276720"/>
                  </a:cubicBezTo>
                  <a:cubicBezTo>
                    <a:pt x="164487" y="278863"/>
                    <a:pt x="163258" y="280721"/>
                    <a:pt x="162172" y="282626"/>
                  </a:cubicBezTo>
                  <a:cubicBezTo>
                    <a:pt x="159419" y="287474"/>
                    <a:pt x="155943" y="291760"/>
                    <a:pt x="151856" y="295551"/>
                  </a:cubicBezTo>
                  <a:cubicBezTo>
                    <a:pt x="148885" y="298313"/>
                    <a:pt x="145627" y="300676"/>
                    <a:pt x="142065" y="302619"/>
                  </a:cubicBezTo>
                  <a:cubicBezTo>
                    <a:pt x="137178" y="305286"/>
                    <a:pt x="132025" y="307219"/>
                    <a:pt x="126549" y="308239"/>
                  </a:cubicBezTo>
                  <a:cubicBezTo>
                    <a:pt x="124605" y="308601"/>
                    <a:pt x="122653" y="308848"/>
                    <a:pt x="120681" y="309048"/>
                  </a:cubicBezTo>
                  <a:cubicBezTo>
                    <a:pt x="118719" y="309248"/>
                    <a:pt x="116766" y="309239"/>
                    <a:pt x="114823" y="309210"/>
                  </a:cubicBezTo>
                  <a:cubicBezTo>
                    <a:pt x="107994" y="309124"/>
                    <a:pt x="101422" y="307705"/>
                    <a:pt x="95087" y="305162"/>
                  </a:cubicBezTo>
                  <a:cubicBezTo>
                    <a:pt x="90515" y="303333"/>
                    <a:pt x="86296" y="300876"/>
                    <a:pt x="82495" y="297771"/>
                  </a:cubicBezTo>
                  <a:cubicBezTo>
                    <a:pt x="78371" y="294399"/>
                    <a:pt x="74913" y="290427"/>
                    <a:pt x="72304" y="285360"/>
                  </a:cubicBezTo>
                  <a:cubicBezTo>
                    <a:pt x="72370" y="285150"/>
                    <a:pt x="69779" y="280349"/>
                    <a:pt x="68122" y="274339"/>
                  </a:cubicBezTo>
                  <a:cubicBezTo>
                    <a:pt x="69084" y="277968"/>
                    <a:pt x="70332" y="281492"/>
                    <a:pt x="72075" y="284836"/>
                  </a:cubicBezTo>
                  <a:cubicBezTo>
                    <a:pt x="72142" y="284979"/>
                    <a:pt x="72161" y="285102"/>
                    <a:pt x="72132" y="285264"/>
                  </a:cubicBezTo>
                  <a:cubicBezTo>
                    <a:pt x="72123" y="285312"/>
                    <a:pt x="72113" y="285350"/>
                    <a:pt x="72094" y="285407"/>
                  </a:cubicBezTo>
                  <a:cubicBezTo>
                    <a:pt x="70627" y="284664"/>
                    <a:pt x="69341" y="283674"/>
                    <a:pt x="68075" y="282673"/>
                  </a:cubicBezTo>
                  <a:cubicBezTo>
                    <a:pt x="67989" y="282607"/>
                    <a:pt x="67913" y="282550"/>
                    <a:pt x="67827" y="282483"/>
                  </a:cubicBezTo>
                  <a:cubicBezTo>
                    <a:pt x="66312" y="281283"/>
                    <a:pt x="64827" y="280026"/>
                    <a:pt x="63484" y="278606"/>
                  </a:cubicBezTo>
                  <a:cubicBezTo>
                    <a:pt x="59521" y="274425"/>
                    <a:pt x="56559" y="269643"/>
                    <a:pt x="54587" y="264214"/>
                  </a:cubicBezTo>
                  <a:cubicBezTo>
                    <a:pt x="53463" y="261109"/>
                    <a:pt x="52530" y="257956"/>
                    <a:pt x="51901" y="254727"/>
                  </a:cubicBezTo>
                  <a:cubicBezTo>
                    <a:pt x="51406" y="252193"/>
                    <a:pt x="51063" y="249622"/>
                    <a:pt x="50930" y="247021"/>
                  </a:cubicBezTo>
                  <a:cubicBezTo>
                    <a:pt x="50853" y="245459"/>
                    <a:pt x="50711" y="243916"/>
                    <a:pt x="50758" y="242354"/>
                  </a:cubicBezTo>
                  <a:cubicBezTo>
                    <a:pt x="50911" y="236811"/>
                    <a:pt x="51672" y="231372"/>
                    <a:pt x="53301" y="226047"/>
                  </a:cubicBezTo>
                  <a:cubicBezTo>
                    <a:pt x="54978" y="220542"/>
                    <a:pt x="57511" y="215465"/>
                    <a:pt x="60893" y="210836"/>
                  </a:cubicBezTo>
                  <a:cubicBezTo>
                    <a:pt x="64617" y="205740"/>
                    <a:pt x="69265" y="201587"/>
                    <a:pt x="74685" y="198311"/>
                  </a:cubicBezTo>
                  <a:cubicBezTo>
                    <a:pt x="79657" y="195310"/>
                    <a:pt x="85019" y="193262"/>
                    <a:pt x="90658" y="191967"/>
                  </a:cubicBezTo>
                  <a:cubicBezTo>
                    <a:pt x="93106" y="191405"/>
                    <a:pt x="95602" y="191081"/>
                    <a:pt x="98097" y="190786"/>
                  </a:cubicBezTo>
                  <a:cubicBezTo>
                    <a:pt x="101993" y="190319"/>
                    <a:pt x="105889" y="190291"/>
                    <a:pt x="109785" y="190433"/>
                  </a:cubicBezTo>
                  <a:cubicBezTo>
                    <a:pt x="112509" y="190529"/>
                    <a:pt x="115262" y="190652"/>
                    <a:pt x="117947" y="191233"/>
                  </a:cubicBezTo>
                  <a:cubicBezTo>
                    <a:pt x="119062" y="191472"/>
                    <a:pt x="119271" y="191291"/>
                    <a:pt x="119271" y="190090"/>
                  </a:cubicBezTo>
                  <a:cubicBezTo>
                    <a:pt x="119271" y="172498"/>
                    <a:pt x="119271" y="154915"/>
                    <a:pt x="119281" y="137322"/>
                  </a:cubicBezTo>
                  <a:cubicBezTo>
                    <a:pt x="115252" y="137312"/>
                    <a:pt x="111204" y="137131"/>
                    <a:pt x="107194" y="137341"/>
                  </a:cubicBezTo>
                  <a:cubicBezTo>
                    <a:pt x="102507" y="137579"/>
                    <a:pt x="97840" y="138122"/>
                    <a:pt x="93202" y="138932"/>
                  </a:cubicBezTo>
                  <a:cubicBezTo>
                    <a:pt x="87972" y="139846"/>
                    <a:pt x="82838" y="141122"/>
                    <a:pt x="77790" y="142761"/>
                  </a:cubicBezTo>
                  <a:cubicBezTo>
                    <a:pt x="74190" y="143932"/>
                    <a:pt x="70675" y="145342"/>
                    <a:pt x="67217" y="146914"/>
                  </a:cubicBezTo>
                  <a:cubicBezTo>
                    <a:pt x="61883" y="149352"/>
                    <a:pt x="56778" y="152181"/>
                    <a:pt x="51920" y="155467"/>
                  </a:cubicBezTo>
                  <a:cubicBezTo>
                    <a:pt x="48434" y="157829"/>
                    <a:pt x="45119" y="160411"/>
                    <a:pt x="41900" y="163135"/>
                  </a:cubicBezTo>
                  <a:cubicBezTo>
                    <a:pt x="38652" y="165878"/>
                    <a:pt x="35642" y="168859"/>
                    <a:pt x="32756" y="171945"/>
                  </a:cubicBezTo>
                  <a:cubicBezTo>
                    <a:pt x="29089" y="175879"/>
                    <a:pt x="25736" y="180099"/>
                    <a:pt x="22669" y="184528"/>
                  </a:cubicBezTo>
                  <a:cubicBezTo>
                    <a:pt x="19011" y="189814"/>
                    <a:pt x="15773" y="195348"/>
                    <a:pt x="12972" y="201130"/>
                  </a:cubicBezTo>
                  <a:cubicBezTo>
                    <a:pt x="10886" y="205435"/>
                    <a:pt x="9077" y="209855"/>
                    <a:pt x="7467" y="214370"/>
                  </a:cubicBezTo>
                  <a:cubicBezTo>
                    <a:pt x="5210" y="220713"/>
                    <a:pt x="3514" y="227200"/>
                    <a:pt x="2228" y="233791"/>
                  </a:cubicBezTo>
                  <a:cubicBezTo>
                    <a:pt x="1619" y="236906"/>
                    <a:pt x="1238" y="240068"/>
                    <a:pt x="847" y="243221"/>
                  </a:cubicBezTo>
                  <a:cubicBezTo>
                    <a:pt x="76" y="249412"/>
                    <a:pt x="-86" y="255613"/>
                    <a:pt x="37" y="261833"/>
                  </a:cubicBezTo>
                  <a:cubicBezTo>
                    <a:pt x="114" y="265443"/>
                    <a:pt x="447" y="269034"/>
                    <a:pt x="847" y="272625"/>
                  </a:cubicBezTo>
                  <a:cubicBezTo>
                    <a:pt x="1476" y="278321"/>
                    <a:pt x="2524" y="283931"/>
                    <a:pt x="3971" y="289474"/>
                  </a:cubicBezTo>
                  <a:cubicBezTo>
                    <a:pt x="5505" y="295332"/>
                    <a:pt x="7505" y="301038"/>
                    <a:pt x="9924" y="306600"/>
                  </a:cubicBezTo>
                  <a:cubicBezTo>
                    <a:pt x="12629" y="312839"/>
                    <a:pt x="15944" y="318716"/>
                    <a:pt x="19707" y="324364"/>
                  </a:cubicBezTo>
                  <a:cubicBezTo>
                    <a:pt x="20602" y="325707"/>
                    <a:pt x="21554" y="327003"/>
                    <a:pt x="22326" y="328489"/>
                  </a:cubicBezTo>
                  <a:cubicBezTo>
                    <a:pt x="22193" y="328689"/>
                    <a:pt x="27270" y="334366"/>
                    <a:pt x="30070" y="337376"/>
                  </a:cubicBezTo>
                  <a:cubicBezTo>
                    <a:pt x="28003" y="335147"/>
                    <a:pt x="26050" y="332794"/>
                    <a:pt x="24126" y="330432"/>
                  </a:cubicBezTo>
                  <a:cubicBezTo>
                    <a:pt x="24002" y="330279"/>
                    <a:pt x="23955" y="330127"/>
                    <a:pt x="24098" y="329908"/>
                  </a:cubicBezTo>
                  <a:cubicBezTo>
                    <a:pt x="24412" y="330070"/>
                    <a:pt x="24698" y="330251"/>
                    <a:pt x="24984" y="330451"/>
                  </a:cubicBezTo>
                  <a:cubicBezTo>
                    <a:pt x="25784" y="331022"/>
                    <a:pt x="26479" y="331718"/>
                    <a:pt x="27231" y="332337"/>
                  </a:cubicBezTo>
                  <a:cubicBezTo>
                    <a:pt x="27308" y="332403"/>
                    <a:pt x="27384" y="332461"/>
                    <a:pt x="27460" y="332518"/>
                  </a:cubicBezTo>
                  <a:cubicBezTo>
                    <a:pt x="30736" y="335118"/>
                    <a:pt x="34118" y="337576"/>
                    <a:pt x="37652" y="339823"/>
                  </a:cubicBezTo>
                  <a:cubicBezTo>
                    <a:pt x="42138" y="342700"/>
                    <a:pt x="46796" y="345253"/>
                    <a:pt x="51615" y="347529"/>
                  </a:cubicBezTo>
                  <a:cubicBezTo>
                    <a:pt x="57664" y="350387"/>
                    <a:pt x="63912" y="352777"/>
                    <a:pt x="70313" y="354730"/>
                  </a:cubicBezTo>
                  <a:cubicBezTo>
                    <a:pt x="73504" y="355702"/>
                    <a:pt x="76828" y="356130"/>
                    <a:pt x="80105" y="356778"/>
                  </a:cubicBezTo>
                  <a:cubicBezTo>
                    <a:pt x="83010" y="357349"/>
                    <a:pt x="85953" y="357711"/>
                    <a:pt x="88868" y="358207"/>
                  </a:cubicBezTo>
                  <a:cubicBezTo>
                    <a:pt x="90201" y="358435"/>
                    <a:pt x="91582" y="358550"/>
                    <a:pt x="92944" y="358654"/>
                  </a:cubicBezTo>
                  <a:cubicBezTo>
                    <a:pt x="97354" y="358997"/>
                    <a:pt x="101764" y="359445"/>
                    <a:pt x="106184" y="359293"/>
                  </a:cubicBezTo>
                  <a:cubicBezTo>
                    <a:pt x="109985" y="359169"/>
                    <a:pt x="113776" y="358950"/>
                    <a:pt x="117566" y="358492"/>
                  </a:cubicBezTo>
                  <a:cubicBezTo>
                    <a:pt x="122005" y="357969"/>
                    <a:pt x="126406" y="357264"/>
                    <a:pt x="130759" y="356292"/>
                  </a:cubicBezTo>
                  <a:cubicBezTo>
                    <a:pt x="137331" y="354825"/>
                    <a:pt x="143713" y="352749"/>
                    <a:pt x="149885" y="350025"/>
                  </a:cubicBezTo>
                  <a:cubicBezTo>
                    <a:pt x="157105" y="346834"/>
                    <a:pt x="163829" y="342833"/>
                    <a:pt x="170154" y="338118"/>
                  </a:cubicBezTo>
                  <a:cubicBezTo>
                    <a:pt x="175250" y="334309"/>
                    <a:pt x="179822" y="329936"/>
                    <a:pt x="184156" y="325326"/>
                  </a:cubicBezTo>
                  <a:cubicBezTo>
                    <a:pt x="187461" y="321812"/>
                    <a:pt x="190404" y="317973"/>
                    <a:pt x="193176" y="314011"/>
                  </a:cubicBezTo>
                  <a:cubicBezTo>
                    <a:pt x="197034" y="308496"/>
                    <a:pt x="200386" y="302685"/>
                    <a:pt x="203272" y="296618"/>
                  </a:cubicBezTo>
                  <a:cubicBezTo>
                    <a:pt x="206511" y="289817"/>
                    <a:pt x="209083" y="282750"/>
                    <a:pt x="211121" y="275501"/>
                  </a:cubicBezTo>
                  <a:cubicBezTo>
                    <a:pt x="212245" y="271491"/>
                    <a:pt x="213150" y="267433"/>
                    <a:pt x="213940" y="263338"/>
                  </a:cubicBezTo>
                  <a:cubicBezTo>
                    <a:pt x="214521" y="260356"/>
                    <a:pt x="214912" y="257356"/>
                    <a:pt x="215379" y="254356"/>
                  </a:cubicBezTo>
                  <a:cubicBezTo>
                    <a:pt x="215636" y="252698"/>
                    <a:pt x="215731" y="251003"/>
                    <a:pt x="215826" y="249317"/>
                  </a:cubicBezTo>
                  <a:cubicBezTo>
                    <a:pt x="217188" y="226362"/>
                    <a:pt x="216274" y="203378"/>
                    <a:pt x="216436" y="180413"/>
                  </a:cubicBezTo>
                  <a:cubicBezTo>
                    <a:pt x="216598" y="157401"/>
                    <a:pt x="216465" y="134388"/>
                    <a:pt x="216465" y="111376"/>
                  </a:cubicBezTo>
                  <a:lnTo>
                    <a:pt x="216465" y="110138"/>
                  </a:lnTo>
                  <a:cubicBezTo>
                    <a:pt x="217379" y="110909"/>
                    <a:pt x="218122" y="111528"/>
                    <a:pt x="218855" y="112147"/>
                  </a:cubicBezTo>
                  <a:cubicBezTo>
                    <a:pt x="222551" y="115291"/>
                    <a:pt x="226523" y="118053"/>
                    <a:pt x="230657" y="120587"/>
                  </a:cubicBezTo>
                  <a:cubicBezTo>
                    <a:pt x="234371" y="122873"/>
                    <a:pt x="238210" y="124911"/>
                    <a:pt x="242144" y="126759"/>
                  </a:cubicBezTo>
                  <a:cubicBezTo>
                    <a:pt x="248954" y="129969"/>
                    <a:pt x="256012" y="132559"/>
                    <a:pt x="263232" y="134693"/>
                  </a:cubicBezTo>
                  <a:cubicBezTo>
                    <a:pt x="268452" y="136236"/>
                    <a:pt x="273748" y="137522"/>
                    <a:pt x="279082" y="138589"/>
                  </a:cubicBezTo>
                  <a:cubicBezTo>
                    <a:pt x="283149" y="139398"/>
                    <a:pt x="287235" y="140103"/>
                    <a:pt x="291341" y="140656"/>
                  </a:cubicBezTo>
                  <a:cubicBezTo>
                    <a:pt x="293846" y="140989"/>
                    <a:pt x="296370" y="141227"/>
                    <a:pt x="298894" y="141389"/>
                  </a:cubicBezTo>
                  <a:cubicBezTo>
                    <a:pt x="300561" y="141503"/>
                    <a:pt x="302218" y="141446"/>
                    <a:pt x="303876" y="141570"/>
                  </a:cubicBezTo>
                  <a:cubicBezTo>
                    <a:pt x="304771" y="141637"/>
                    <a:pt x="304904" y="141294"/>
                    <a:pt x="304904" y="140503"/>
                  </a:cubicBezTo>
                  <a:cubicBezTo>
                    <a:pt x="304847" y="132626"/>
                    <a:pt x="304857" y="124739"/>
                    <a:pt x="304857" y="116853"/>
                  </a:cubicBezTo>
                  <a:close/>
                  <a:moveTo>
                    <a:pt x="22945" y="329070"/>
                  </a:moveTo>
                  <a:cubicBezTo>
                    <a:pt x="22888" y="329051"/>
                    <a:pt x="22840" y="329022"/>
                    <a:pt x="22783" y="328994"/>
                  </a:cubicBezTo>
                  <a:cubicBezTo>
                    <a:pt x="22802" y="328974"/>
                    <a:pt x="22831" y="328917"/>
                    <a:pt x="22850" y="328927"/>
                  </a:cubicBezTo>
                  <a:cubicBezTo>
                    <a:pt x="22907" y="328946"/>
                    <a:pt x="22955" y="328974"/>
                    <a:pt x="23021" y="329003"/>
                  </a:cubicBezTo>
                  <a:cubicBezTo>
                    <a:pt x="22993" y="329032"/>
                    <a:pt x="22964" y="329079"/>
                    <a:pt x="22945" y="329070"/>
                  </a:cubicBezTo>
                  <a:close/>
                  <a:moveTo>
                    <a:pt x="23783" y="329813"/>
                  </a:moveTo>
                  <a:cubicBezTo>
                    <a:pt x="23717" y="329784"/>
                    <a:pt x="23669" y="329737"/>
                    <a:pt x="23612" y="329689"/>
                  </a:cubicBezTo>
                  <a:cubicBezTo>
                    <a:pt x="23669" y="329651"/>
                    <a:pt x="23717" y="329584"/>
                    <a:pt x="23764" y="329575"/>
                  </a:cubicBezTo>
                  <a:cubicBezTo>
                    <a:pt x="23821" y="329565"/>
                    <a:pt x="23917" y="329622"/>
                    <a:pt x="23926" y="329651"/>
                  </a:cubicBezTo>
                  <a:cubicBezTo>
                    <a:pt x="23945" y="329756"/>
                    <a:pt x="23945" y="329889"/>
                    <a:pt x="23783" y="329813"/>
                  </a:cubicBezTo>
                  <a:close/>
                  <a:moveTo>
                    <a:pt x="30041" y="337366"/>
                  </a:moveTo>
                  <a:cubicBezTo>
                    <a:pt x="30232" y="337576"/>
                    <a:pt x="30413" y="337766"/>
                    <a:pt x="30584" y="337938"/>
                  </a:cubicBezTo>
                  <a:cubicBezTo>
                    <a:pt x="30394" y="337747"/>
                    <a:pt x="30222" y="337557"/>
                    <a:pt x="30041" y="337366"/>
                  </a:cubicBezTo>
                  <a:close/>
                  <a:moveTo>
                    <a:pt x="188090" y="29"/>
                  </a:moveTo>
                  <a:cubicBezTo>
                    <a:pt x="202872" y="48"/>
                    <a:pt x="218151" y="48"/>
                    <a:pt x="218151" y="48"/>
                  </a:cubicBezTo>
                  <a:lnTo>
                    <a:pt x="218151" y="29"/>
                  </a:lnTo>
                  <a:cubicBezTo>
                    <a:pt x="208140" y="29"/>
                    <a:pt x="198119" y="38"/>
                    <a:pt x="188090" y="29"/>
                  </a:cubicBezTo>
                  <a:close/>
                  <a:moveTo>
                    <a:pt x="218160" y="48"/>
                  </a:moveTo>
                  <a:cubicBezTo>
                    <a:pt x="218160" y="48"/>
                    <a:pt x="218131" y="400"/>
                    <a:pt x="218141" y="724"/>
                  </a:cubicBezTo>
                  <a:cubicBezTo>
                    <a:pt x="218141" y="505"/>
                    <a:pt x="218169" y="267"/>
                    <a:pt x="218179" y="48"/>
                  </a:cubicBezTo>
                  <a:lnTo>
                    <a:pt x="218160" y="4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2192252-5FDD-44AD-A983-CC5084443540}"/>
                </a:ext>
              </a:extLst>
            </p:cNvPr>
            <p:cNvSpPr/>
            <p:nvPr/>
          </p:nvSpPr>
          <p:spPr>
            <a:xfrm>
              <a:off x="2632355" y="1556869"/>
              <a:ext cx="320087" cy="344277"/>
            </a:xfrm>
            <a:custGeom>
              <a:avLst/>
              <a:gdLst>
                <a:gd name="connsiteX0" fmla="*/ 118253 w 320087"/>
                <a:gd name="connsiteY0" fmla="*/ 137071 h 344277"/>
                <a:gd name="connsiteX1" fmla="*/ 129654 w 320087"/>
                <a:gd name="connsiteY1" fmla="*/ 138071 h 344277"/>
                <a:gd name="connsiteX2" fmla="*/ 133445 w 320087"/>
                <a:gd name="connsiteY2" fmla="*/ 138509 h 344277"/>
                <a:gd name="connsiteX3" fmla="*/ 134455 w 320087"/>
                <a:gd name="connsiteY3" fmla="*/ 139661 h 344277"/>
                <a:gd name="connsiteX4" fmla="*/ 134464 w 320087"/>
                <a:gd name="connsiteY4" fmla="*/ 153044 h 344277"/>
                <a:gd name="connsiteX5" fmla="*/ 134255 w 320087"/>
                <a:gd name="connsiteY5" fmla="*/ 153111 h 344277"/>
                <a:gd name="connsiteX6" fmla="*/ 122168 w 320087"/>
                <a:gd name="connsiteY6" fmla="*/ 153130 h 344277"/>
                <a:gd name="connsiteX7" fmla="*/ 108176 w 320087"/>
                <a:gd name="connsiteY7" fmla="*/ 154720 h 344277"/>
                <a:gd name="connsiteX8" fmla="*/ 92764 w 320087"/>
                <a:gd name="connsiteY8" fmla="*/ 158550 h 344277"/>
                <a:gd name="connsiteX9" fmla="*/ 82191 w 320087"/>
                <a:gd name="connsiteY9" fmla="*/ 162702 h 344277"/>
                <a:gd name="connsiteX10" fmla="*/ 66894 w 320087"/>
                <a:gd name="connsiteY10" fmla="*/ 171256 h 344277"/>
                <a:gd name="connsiteX11" fmla="*/ 56874 w 320087"/>
                <a:gd name="connsiteY11" fmla="*/ 178924 h 344277"/>
                <a:gd name="connsiteX12" fmla="*/ 47730 w 320087"/>
                <a:gd name="connsiteY12" fmla="*/ 187734 h 344277"/>
                <a:gd name="connsiteX13" fmla="*/ 37643 w 320087"/>
                <a:gd name="connsiteY13" fmla="*/ 200317 h 344277"/>
                <a:gd name="connsiteX14" fmla="*/ 27947 w 320087"/>
                <a:gd name="connsiteY14" fmla="*/ 216919 h 344277"/>
                <a:gd name="connsiteX15" fmla="*/ 22441 w 320087"/>
                <a:gd name="connsiteY15" fmla="*/ 230158 h 344277"/>
                <a:gd name="connsiteX16" fmla="*/ 17202 w 320087"/>
                <a:gd name="connsiteY16" fmla="*/ 249580 h 344277"/>
                <a:gd name="connsiteX17" fmla="*/ 15821 w 320087"/>
                <a:gd name="connsiteY17" fmla="*/ 259010 h 344277"/>
                <a:gd name="connsiteX18" fmla="*/ 15012 w 320087"/>
                <a:gd name="connsiteY18" fmla="*/ 277622 h 344277"/>
                <a:gd name="connsiteX19" fmla="*/ 15821 w 320087"/>
                <a:gd name="connsiteY19" fmla="*/ 288413 h 344277"/>
                <a:gd name="connsiteX20" fmla="*/ 18945 w 320087"/>
                <a:gd name="connsiteY20" fmla="*/ 305263 h 344277"/>
                <a:gd name="connsiteX21" fmla="*/ 24898 w 320087"/>
                <a:gd name="connsiteY21" fmla="*/ 322389 h 344277"/>
                <a:gd name="connsiteX22" fmla="*/ 34681 w 320087"/>
                <a:gd name="connsiteY22" fmla="*/ 340153 h 344277"/>
                <a:gd name="connsiteX23" fmla="*/ 37300 w 320087"/>
                <a:gd name="connsiteY23" fmla="*/ 344277 h 344277"/>
                <a:gd name="connsiteX24" fmla="*/ 34747 w 320087"/>
                <a:gd name="connsiteY24" fmla="*/ 342068 h 344277"/>
                <a:gd name="connsiteX25" fmla="*/ 23222 w 320087"/>
                <a:gd name="connsiteY25" fmla="*/ 329114 h 344277"/>
                <a:gd name="connsiteX26" fmla="*/ 13783 w 320087"/>
                <a:gd name="connsiteY26" fmla="*/ 314493 h 344277"/>
                <a:gd name="connsiteX27" fmla="*/ 5325 w 320087"/>
                <a:gd name="connsiteY27" fmla="*/ 294328 h 344277"/>
                <a:gd name="connsiteX28" fmla="*/ 1553 w 320087"/>
                <a:gd name="connsiteY28" fmla="*/ 278479 h 344277"/>
                <a:gd name="connsiteX29" fmla="*/ 371 w 320087"/>
                <a:gd name="connsiteY29" fmla="*/ 269125 h 344277"/>
                <a:gd name="connsiteX30" fmla="*/ 0 w 320087"/>
                <a:gd name="connsiteY30" fmla="*/ 265268 h 344277"/>
                <a:gd name="connsiteX31" fmla="*/ 0 w 320087"/>
                <a:gd name="connsiteY31" fmla="*/ 250285 h 344277"/>
                <a:gd name="connsiteX32" fmla="*/ 210 w 320087"/>
                <a:gd name="connsiteY32" fmla="*/ 249618 h 344277"/>
                <a:gd name="connsiteX33" fmla="*/ 1038 w 320087"/>
                <a:gd name="connsiteY33" fmla="*/ 240750 h 344277"/>
                <a:gd name="connsiteX34" fmla="*/ 4544 w 320087"/>
                <a:gd name="connsiteY34" fmla="*/ 223120 h 344277"/>
                <a:gd name="connsiteX35" fmla="*/ 9849 w 320087"/>
                <a:gd name="connsiteY35" fmla="*/ 207670 h 344277"/>
                <a:gd name="connsiteX36" fmla="*/ 22670 w 320087"/>
                <a:gd name="connsiteY36" fmla="*/ 184191 h 344277"/>
                <a:gd name="connsiteX37" fmla="*/ 29871 w 320087"/>
                <a:gd name="connsiteY37" fmla="*/ 174875 h 344277"/>
                <a:gd name="connsiteX38" fmla="*/ 39053 w 320087"/>
                <a:gd name="connsiteY38" fmla="*/ 165350 h 344277"/>
                <a:gd name="connsiteX39" fmla="*/ 56979 w 320087"/>
                <a:gd name="connsiteY39" fmla="*/ 151987 h 344277"/>
                <a:gd name="connsiteX40" fmla="*/ 78553 w 320087"/>
                <a:gd name="connsiteY40" fmla="*/ 142281 h 344277"/>
                <a:gd name="connsiteX41" fmla="*/ 94717 w 320087"/>
                <a:gd name="connsiteY41" fmla="*/ 138480 h 344277"/>
                <a:gd name="connsiteX42" fmla="*/ 103756 w 320087"/>
                <a:gd name="connsiteY42" fmla="*/ 137404 h 344277"/>
                <a:gd name="connsiteX43" fmla="*/ 118253 w 320087"/>
                <a:gd name="connsiteY43" fmla="*/ 137071 h 344277"/>
                <a:gd name="connsiteX44" fmla="*/ 266033 w 320087"/>
                <a:gd name="connsiteY44" fmla="*/ 74930 h 344277"/>
                <a:gd name="connsiteX45" fmla="*/ 266052 w 320087"/>
                <a:gd name="connsiteY45" fmla="*/ 74940 h 344277"/>
                <a:gd name="connsiteX46" fmla="*/ 269376 w 320087"/>
                <a:gd name="connsiteY46" fmla="*/ 77349 h 344277"/>
                <a:gd name="connsiteX47" fmla="*/ 269881 w 320087"/>
                <a:gd name="connsiteY47" fmla="*/ 77702 h 344277"/>
                <a:gd name="connsiteX48" fmla="*/ 282444 w 320087"/>
                <a:gd name="connsiteY48" fmla="*/ 84807 h 344277"/>
                <a:gd name="connsiteX49" fmla="*/ 291227 w 320087"/>
                <a:gd name="connsiteY49" fmla="*/ 88284 h 344277"/>
                <a:gd name="connsiteX50" fmla="*/ 307886 w 320087"/>
                <a:gd name="connsiteY50" fmla="*/ 92265 h 344277"/>
                <a:gd name="connsiteX51" fmla="*/ 319363 w 320087"/>
                <a:gd name="connsiteY51" fmla="*/ 93513 h 344277"/>
                <a:gd name="connsiteX52" fmla="*/ 320087 w 320087"/>
                <a:gd name="connsiteY52" fmla="*/ 94313 h 344277"/>
                <a:gd name="connsiteX53" fmla="*/ 320049 w 320087"/>
                <a:gd name="connsiteY53" fmla="*/ 107687 h 344277"/>
                <a:gd name="connsiteX54" fmla="*/ 319868 w 320087"/>
                <a:gd name="connsiteY54" fmla="*/ 107706 h 344277"/>
                <a:gd name="connsiteX55" fmla="*/ 310077 w 320087"/>
                <a:gd name="connsiteY55" fmla="*/ 105448 h 344277"/>
                <a:gd name="connsiteX56" fmla="*/ 293989 w 320087"/>
                <a:gd name="connsiteY56" fmla="*/ 99114 h 344277"/>
                <a:gd name="connsiteX57" fmla="*/ 279739 w 320087"/>
                <a:gd name="connsiteY57" fmla="*/ 89732 h 344277"/>
                <a:gd name="connsiteX58" fmla="*/ 273053 w 320087"/>
                <a:gd name="connsiteY58" fmla="*/ 83636 h 344277"/>
                <a:gd name="connsiteX59" fmla="*/ 272110 w 320087"/>
                <a:gd name="connsiteY59" fmla="*/ 82617 h 344277"/>
                <a:gd name="connsiteX60" fmla="*/ 266081 w 320087"/>
                <a:gd name="connsiteY60" fmla="*/ 75006 h 344277"/>
                <a:gd name="connsiteX61" fmla="*/ 266061 w 320087"/>
                <a:gd name="connsiteY61" fmla="*/ 74978 h 344277"/>
                <a:gd name="connsiteX62" fmla="*/ 266052 w 320087"/>
                <a:gd name="connsiteY62" fmla="*/ 74959 h 344277"/>
                <a:gd name="connsiteX63" fmla="*/ 266033 w 320087"/>
                <a:gd name="connsiteY63" fmla="*/ 74930 h 344277"/>
                <a:gd name="connsiteX64" fmla="*/ 169231 w 320087"/>
                <a:gd name="connsiteY64" fmla="*/ 6 h 344277"/>
                <a:gd name="connsiteX65" fmla="*/ 169983 w 320087"/>
                <a:gd name="connsiteY65" fmla="*/ 6 h 344277"/>
                <a:gd name="connsiteX66" fmla="*/ 230248 w 320087"/>
                <a:gd name="connsiteY66" fmla="*/ 6 h 344277"/>
                <a:gd name="connsiteX67" fmla="*/ 231877 w 320087"/>
                <a:gd name="connsiteY67" fmla="*/ 1615 h 344277"/>
                <a:gd name="connsiteX68" fmla="*/ 233134 w 320087"/>
                <a:gd name="connsiteY68" fmla="*/ 14598 h 344277"/>
                <a:gd name="connsiteX69" fmla="*/ 233162 w 320087"/>
                <a:gd name="connsiteY69" fmla="*/ 15827 h 344277"/>
                <a:gd name="connsiteX70" fmla="*/ 233162 w 320087"/>
                <a:gd name="connsiteY70" fmla="*/ 15846 h 344277"/>
                <a:gd name="connsiteX71" fmla="*/ 200920 w 320087"/>
                <a:gd name="connsiteY71" fmla="*/ 15827 h 344277"/>
                <a:gd name="connsiteX72" fmla="*/ 193815 w 320087"/>
                <a:gd name="connsiteY72" fmla="*/ 15817 h 344277"/>
                <a:gd name="connsiteX73" fmla="*/ 191043 w 320087"/>
                <a:gd name="connsiteY73" fmla="*/ 15817 h 344277"/>
                <a:gd name="connsiteX74" fmla="*/ 184785 w 320087"/>
                <a:gd name="connsiteY74" fmla="*/ 15798 h 344277"/>
                <a:gd name="connsiteX75" fmla="*/ 183461 w 320087"/>
                <a:gd name="connsiteY75" fmla="*/ 17170 h 344277"/>
                <a:gd name="connsiteX76" fmla="*/ 183480 w 320087"/>
                <a:gd name="connsiteY76" fmla="*/ 246694 h 344277"/>
                <a:gd name="connsiteX77" fmla="*/ 183461 w 320087"/>
                <a:gd name="connsiteY77" fmla="*/ 266820 h 344277"/>
                <a:gd name="connsiteX78" fmla="*/ 182661 w 320087"/>
                <a:gd name="connsiteY78" fmla="*/ 278259 h 344277"/>
                <a:gd name="connsiteX79" fmla="*/ 180061 w 320087"/>
                <a:gd name="connsiteY79" fmla="*/ 292518 h 344277"/>
                <a:gd name="connsiteX80" fmla="*/ 177155 w 320087"/>
                <a:gd name="connsiteY80" fmla="*/ 298424 h 344277"/>
                <a:gd name="connsiteX81" fmla="*/ 166840 w 320087"/>
                <a:gd name="connsiteY81" fmla="*/ 311349 h 344277"/>
                <a:gd name="connsiteX82" fmla="*/ 157048 w 320087"/>
                <a:gd name="connsiteY82" fmla="*/ 318417 h 344277"/>
                <a:gd name="connsiteX83" fmla="*/ 141532 w 320087"/>
                <a:gd name="connsiteY83" fmla="*/ 324037 h 344277"/>
                <a:gd name="connsiteX84" fmla="*/ 135665 w 320087"/>
                <a:gd name="connsiteY84" fmla="*/ 324846 h 344277"/>
                <a:gd name="connsiteX85" fmla="*/ 129807 w 320087"/>
                <a:gd name="connsiteY85" fmla="*/ 325008 h 344277"/>
                <a:gd name="connsiteX86" fmla="*/ 110071 w 320087"/>
                <a:gd name="connsiteY86" fmla="*/ 320960 h 344277"/>
                <a:gd name="connsiteX87" fmla="*/ 97479 w 320087"/>
                <a:gd name="connsiteY87" fmla="*/ 313569 h 344277"/>
                <a:gd name="connsiteX88" fmla="*/ 87287 w 320087"/>
                <a:gd name="connsiteY88" fmla="*/ 301158 h 344277"/>
                <a:gd name="connsiteX89" fmla="*/ 89678 w 320087"/>
                <a:gd name="connsiteY89" fmla="*/ 302424 h 344277"/>
                <a:gd name="connsiteX90" fmla="*/ 103737 w 320087"/>
                <a:gd name="connsiteY90" fmla="*/ 307711 h 344277"/>
                <a:gd name="connsiteX91" fmla="*/ 120244 w 320087"/>
                <a:gd name="connsiteY91" fmla="*/ 308911 h 344277"/>
                <a:gd name="connsiteX92" fmla="*/ 140637 w 320087"/>
                <a:gd name="connsiteY92" fmla="*/ 303186 h 344277"/>
                <a:gd name="connsiteX93" fmla="*/ 150314 w 320087"/>
                <a:gd name="connsiteY93" fmla="*/ 296681 h 344277"/>
                <a:gd name="connsiteX94" fmla="*/ 161506 w 320087"/>
                <a:gd name="connsiteY94" fmla="*/ 283517 h 344277"/>
                <a:gd name="connsiteX95" fmla="*/ 166421 w 320087"/>
                <a:gd name="connsiteY95" fmla="*/ 270420 h 344277"/>
                <a:gd name="connsiteX96" fmla="*/ 167831 w 320087"/>
                <a:gd name="connsiteY96" fmla="*/ 260686 h 344277"/>
                <a:gd name="connsiteX97" fmla="*/ 168269 w 320087"/>
                <a:gd name="connsiteY97" fmla="*/ 254761 h 344277"/>
                <a:gd name="connsiteX98" fmla="*/ 168526 w 320087"/>
                <a:gd name="connsiteY98" fmla="*/ 244627 h 344277"/>
                <a:gd name="connsiteX99" fmla="*/ 168507 w 320087"/>
                <a:gd name="connsiteY99" fmla="*/ 1720 h 344277"/>
                <a:gd name="connsiteX100" fmla="*/ 168507 w 320087"/>
                <a:gd name="connsiteY100" fmla="*/ 758 h 344277"/>
                <a:gd name="connsiteX101" fmla="*/ 169231 w 320087"/>
                <a:gd name="connsiteY101" fmla="*/ 6 h 34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0087" h="344277">
                  <a:moveTo>
                    <a:pt x="118253" y="137071"/>
                  </a:moveTo>
                  <a:cubicBezTo>
                    <a:pt x="122063" y="137204"/>
                    <a:pt x="125882" y="137452"/>
                    <a:pt x="129654" y="138071"/>
                  </a:cubicBezTo>
                  <a:cubicBezTo>
                    <a:pt x="130912" y="138280"/>
                    <a:pt x="132179" y="138404"/>
                    <a:pt x="133445" y="138509"/>
                  </a:cubicBezTo>
                  <a:cubicBezTo>
                    <a:pt x="134217" y="138566"/>
                    <a:pt x="134455" y="138909"/>
                    <a:pt x="134455" y="139661"/>
                  </a:cubicBezTo>
                  <a:cubicBezTo>
                    <a:pt x="134446" y="144119"/>
                    <a:pt x="134464" y="148577"/>
                    <a:pt x="134464" y="153044"/>
                  </a:cubicBezTo>
                  <a:cubicBezTo>
                    <a:pt x="134398" y="153063"/>
                    <a:pt x="134331" y="153092"/>
                    <a:pt x="134255" y="153111"/>
                  </a:cubicBezTo>
                  <a:cubicBezTo>
                    <a:pt x="130226" y="153101"/>
                    <a:pt x="126178" y="152920"/>
                    <a:pt x="122168" y="153130"/>
                  </a:cubicBezTo>
                  <a:cubicBezTo>
                    <a:pt x="117481" y="153368"/>
                    <a:pt x="112814" y="153911"/>
                    <a:pt x="108176" y="154720"/>
                  </a:cubicBezTo>
                  <a:cubicBezTo>
                    <a:pt x="102946" y="155635"/>
                    <a:pt x="97812" y="156911"/>
                    <a:pt x="92764" y="158550"/>
                  </a:cubicBezTo>
                  <a:cubicBezTo>
                    <a:pt x="89164" y="159721"/>
                    <a:pt x="85649" y="161131"/>
                    <a:pt x="82191" y="162702"/>
                  </a:cubicBezTo>
                  <a:cubicBezTo>
                    <a:pt x="76857" y="165141"/>
                    <a:pt x="71752" y="167970"/>
                    <a:pt x="66894" y="171256"/>
                  </a:cubicBezTo>
                  <a:cubicBezTo>
                    <a:pt x="63408" y="173618"/>
                    <a:pt x="60093" y="176199"/>
                    <a:pt x="56874" y="178924"/>
                  </a:cubicBezTo>
                  <a:cubicBezTo>
                    <a:pt x="53626" y="181667"/>
                    <a:pt x="50616" y="184648"/>
                    <a:pt x="47730" y="187734"/>
                  </a:cubicBezTo>
                  <a:cubicBezTo>
                    <a:pt x="44063" y="191668"/>
                    <a:pt x="40710" y="195888"/>
                    <a:pt x="37643" y="200317"/>
                  </a:cubicBezTo>
                  <a:cubicBezTo>
                    <a:pt x="33985" y="205603"/>
                    <a:pt x="30747" y="211137"/>
                    <a:pt x="27947" y="216919"/>
                  </a:cubicBezTo>
                  <a:cubicBezTo>
                    <a:pt x="25861" y="221224"/>
                    <a:pt x="24051" y="225644"/>
                    <a:pt x="22441" y="230158"/>
                  </a:cubicBezTo>
                  <a:cubicBezTo>
                    <a:pt x="20184" y="236502"/>
                    <a:pt x="18488" y="242989"/>
                    <a:pt x="17202" y="249580"/>
                  </a:cubicBezTo>
                  <a:cubicBezTo>
                    <a:pt x="16593" y="252695"/>
                    <a:pt x="16212" y="255857"/>
                    <a:pt x="15821" y="259010"/>
                  </a:cubicBezTo>
                  <a:cubicBezTo>
                    <a:pt x="15050" y="265201"/>
                    <a:pt x="14888" y="271402"/>
                    <a:pt x="15012" y="277622"/>
                  </a:cubicBezTo>
                  <a:cubicBezTo>
                    <a:pt x="15088" y="281232"/>
                    <a:pt x="15421" y="284822"/>
                    <a:pt x="15821" y="288413"/>
                  </a:cubicBezTo>
                  <a:cubicBezTo>
                    <a:pt x="16450" y="294109"/>
                    <a:pt x="17497" y="299720"/>
                    <a:pt x="18945" y="305263"/>
                  </a:cubicBezTo>
                  <a:cubicBezTo>
                    <a:pt x="20479" y="311121"/>
                    <a:pt x="22479" y="316826"/>
                    <a:pt x="24898" y="322389"/>
                  </a:cubicBezTo>
                  <a:cubicBezTo>
                    <a:pt x="27604" y="328628"/>
                    <a:pt x="30918" y="334505"/>
                    <a:pt x="34681" y="340153"/>
                  </a:cubicBezTo>
                  <a:cubicBezTo>
                    <a:pt x="35576" y="341496"/>
                    <a:pt x="36529" y="342792"/>
                    <a:pt x="37300" y="344277"/>
                  </a:cubicBezTo>
                  <a:cubicBezTo>
                    <a:pt x="36443" y="343544"/>
                    <a:pt x="35548" y="342858"/>
                    <a:pt x="34747" y="342068"/>
                  </a:cubicBezTo>
                  <a:cubicBezTo>
                    <a:pt x="30604" y="338020"/>
                    <a:pt x="26737" y="333733"/>
                    <a:pt x="23222" y="329114"/>
                  </a:cubicBezTo>
                  <a:cubicBezTo>
                    <a:pt x="19698" y="324475"/>
                    <a:pt x="16574" y="319608"/>
                    <a:pt x="13783" y="314493"/>
                  </a:cubicBezTo>
                  <a:cubicBezTo>
                    <a:pt x="10268" y="308054"/>
                    <a:pt x="7534" y="301301"/>
                    <a:pt x="5325" y="294328"/>
                  </a:cubicBezTo>
                  <a:cubicBezTo>
                    <a:pt x="3677" y="289137"/>
                    <a:pt x="2448" y="283841"/>
                    <a:pt x="1553" y="278479"/>
                  </a:cubicBezTo>
                  <a:cubicBezTo>
                    <a:pt x="1038" y="275383"/>
                    <a:pt x="676" y="272259"/>
                    <a:pt x="371" y="269125"/>
                  </a:cubicBezTo>
                  <a:cubicBezTo>
                    <a:pt x="248" y="267849"/>
                    <a:pt x="505" y="266515"/>
                    <a:pt x="0" y="265268"/>
                  </a:cubicBezTo>
                  <a:lnTo>
                    <a:pt x="0" y="250285"/>
                  </a:lnTo>
                  <a:cubicBezTo>
                    <a:pt x="267" y="250123"/>
                    <a:pt x="210" y="249856"/>
                    <a:pt x="210" y="249618"/>
                  </a:cubicBezTo>
                  <a:cubicBezTo>
                    <a:pt x="219" y="246637"/>
                    <a:pt x="705" y="243703"/>
                    <a:pt x="1038" y="240750"/>
                  </a:cubicBezTo>
                  <a:cubicBezTo>
                    <a:pt x="1705" y="234769"/>
                    <a:pt x="2991" y="228911"/>
                    <a:pt x="4544" y="223120"/>
                  </a:cubicBezTo>
                  <a:cubicBezTo>
                    <a:pt x="5953" y="217852"/>
                    <a:pt x="7744" y="212699"/>
                    <a:pt x="9849" y="207670"/>
                  </a:cubicBezTo>
                  <a:cubicBezTo>
                    <a:pt x="13306" y="199393"/>
                    <a:pt x="17526" y="191544"/>
                    <a:pt x="22670" y="184191"/>
                  </a:cubicBezTo>
                  <a:cubicBezTo>
                    <a:pt x="24918" y="180971"/>
                    <a:pt x="27356" y="177895"/>
                    <a:pt x="29871" y="174875"/>
                  </a:cubicBezTo>
                  <a:cubicBezTo>
                    <a:pt x="32709" y="171475"/>
                    <a:pt x="35833" y="168351"/>
                    <a:pt x="39053" y="165350"/>
                  </a:cubicBezTo>
                  <a:cubicBezTo>
                    <a:pt x="44530" y="160245"/>
                    <a:pt x="50540" y="155825"/>
                    <a:pt x="56979" y="151987"/>
                  </a:cubicBezTo>
                  <a:cubicBezTo>
                    <a:pt x="63799" y="147929"/>
                    <a:pt x="70990" y="144691"/>
                    <a:pt x="78553" y="142281"/>
                  </a:cubicBezTo>
                  <a:cubicBezTo>
                    <a:pt x="83839" y="140595"/>
                    <a:pt x="89211" y="139271"/>
                    <a:pt x="94717" y="138480"/>
                  </a:cubicBezTo>
                  <a:cubicBezTo>
                    <a:pt x="97727" y="138052"/>
                    <a:pt x="100737" y="137699"/>
                    <a:pt x="103756" y="137404"/>
                  </a:cubicBezTo>
                  <a:cubicBezTo>
                    <a:pt x="108585" y="136937"/>
                    <a:pt x="113424" y="136899"/>
                    <a:pt x="118253" y="137071"/>
                  </a:cubicBezTo>
                  <a:close/>
                  <a:moveTo>
                    <a:pt x="266033" y="74930"/>
                  </a:moveTo>
                  <a:cubicBezTo>
                    <a:pt x="266042" y="74930"/>
                    <a:pt x="266042" y="74940"/>
                    <a:pt x="266052" y="74940"/>
                  </a:cubicBezTo>
                  <a:cubicBezTo>
                    <a:pt x="267157" y="75721"/>
                    <a:pt x="268271" y="76559"/>
                    <a:pt x="269376" y="77349"/>
                  </a:cubicBezTo>
                  <a:cubicBezTo>
                    <a:pt x="269548" y="77473"/>
                    <a:pt x="269710" y="77588"/>
                    <a:pt x="269881" y="77702"/>
                  </a:cubicBezTo>
                  <a:cubicBezTo>
                    <a:pt x="273843" y="80464"/>
                    <a:pt x="278044" y="82807"/>
                    <a:pt x="282444" y="84807"/>
                  </a:cubicBezTo>
                  <a:cubicBezTo>
                    <a:pt x="285321" y="86112"/>
                    <a:pt x="288236" y="87313"/>
                    <a:pt x="291227" y="88284"/>
                  </a:cubicBezTo>
                  <a:cubicBezTo>
                    <a:pt x="296665" y="90065"/>
                    <a:pt x="302218" y="91427"/>
                    <a:pt x="307886" y="92265"/>
                  </a:cubicBezTo>
                  <a:cubicBezTo>
                    <a:pt x="311696" y="92837"/>
                    <a:pt x="315515" y="93332"/>
                    <a:pt x="319363" y="93513"/>
                  </a:cubicBezTo>
                  <a:cubicBezTo>
                    <a:pt x="319954" y="93570"/>
                    <a:pt x="320087" y="93790"/>
                    <a:pt x="320087" y="94313"/>
                  </a:cubicBezTo>
                  <a:cubicBezTo>
                    <a:pt x="320068" y="98771"/>
                    <a:pt x="320059" y="103229"/>
                    <a:pt x="320049" y="107687"/>
                  </a:cubicBezTo>
                  <a:cubicBezTo>
                    <a:pt x="319983" y="107687"/>
                    <a:pt x="319925" y="107696"/>
                    <a:pt x="319868" y="107706"/>
                  </a:cubicBezTo>
                  <a:cubicBezTo>
                    <a:pt x="316553" y="107163"/>
                    <a:pt x="313296" y="106382"/>
                    <a:pt x="310077" y="105448"/>
                  </a:cubicBezTo>
                  <a:cubicBezTo>
                    <a:pt x="304523" y="103838"/>
                    <a:pt x="299132" y="101781"/>
                    <a:pt x="293989" y="99114"/>
                  </a:cubicBezTo>
                  <a:cubicBezTo>
                    <a:pt x="288912" y="96485"/>
                    <a:pt x="284149" y="93389"/>
                    <a:pt x="279739" y="89732"/>
                  </a:cubicBezTo>
                  <a:cubicBezTo>
                    <a:pt x="277406" y="87798"/>
                    <a:pt x="275120" y="85836"/>
                    <a:pt x="273053" y="83636"/>
                  </a:cubicBezTo>
                  <a:cubicBezTo>
                    <a:pt x="272738" y="83303"/>
                    <a:pt x="272424" y="82960"/>
                    <a:pt x="272110" y="82617"/>
                  </a:cubicBezTo>
                  <a:cubicBezTo>
                    <a:pt x="269938" y="80245"/>
                    <a:pt x="267852" y="77740"/>
                    <a:pt x="266081" y="75006"/>
                  </a:cubicBezTo>
                  <a:cubicBezTo>
                    <a:pt x="266071" y="74997"/>
                    <a:pt x="266071" y="74987"/>
                    <a:pt x="266061" y="74978"/>
                  </a:cubicBezTo>
                  <a:cubicBezTo>
                    <a:pt x="266061" y="74978"/>
                    <a:pt x="266061" y="74968"/>
                    <a:pt x="266052" y="74959"/>
                  </a:cubicBezTo>
                  <a:cubicBezTo>
                    <a:pt x="266052" y="74949"/>
                    <a:pt x="266042" y="74940"/>
                    <a:pt x="266033" y="74930"/>
                  </a:cubicBezTo>
                  <a:close/>
                  <a:moveTo>
                    <a:pt x="169231" y="6"/>
                  </a:moveTo>
                  <a:cubicBezTo>
                    <a:pt x="169478" y="34"/>
                    <a:pt x="169735" y="6"/>
                    <a:pt x="169983" y="6"/>
                  </a:cubicBezTo>
                  <a:lnTo>
                    <a:pt x="230248" y="6"/>
                  </a:lnTo>
                  <a:cubicBezTo>
                    <a:pt x="231829" y="6"/>
                    <a:pt x="231896" y="44"/>
                    <a:pt x="231877" y="1615"/>
                  </a:cubicBezTo>
                  <a:cubicBezTo>
                    <a:pt x="231839" y="5987"/>
                    <a:pt x="232381" y="10302"/>
                    <a:pt x="233134" y="14598"/>
                  </a:cubicBezTo>
                  <a:cubicBezTo>
                    <a:pt x="233200" y="14979"/>
                    <a:pt x="233153" y="15408"/>
                    <a:pt x="233162" y="15827"/>
                  </a:cubicBezTo>
                  <a:lnTo>
                    <a:pt x="233162" y="15846"/>
                  </a:lnTo>
                  <a:cubicBezTo>
                    <a:pt x="233162" y="15846"/>
                    <a:pt x="216341" y="15846"/>
                    <a:pt x="200920" y="15827"/>
                  </a:cubicBezTo>
                  <a:cubicBezTo>
                    <a:pt x="198492" y="15827"/>
                    <a:pt x="196101" y="15827"/>
                    <a:pt x="193815" y="15817"/>
                  </a:cubicBezTo>
                  <a:cubicBezTo>
                    <a:pt x="192872" y="15817"/>
                    <a:pt x="191948" y="15817"/>
                    <a:pt x="191043" y="15817"/>
                  </a:cubicBezTo>
                  <a:cubicBezTo>
                    <a:pt x="188785" y="15817"/>
                    <a:pt x="186680" y="15808"/>
                    <a:pt x="184785" y="15798"/>
                  </a:cubicBezTo>
                  <a:cubicBezTo>
                    <a:pt x="183661" y="15798"/>
                    <a:pt x="183461" y="16122"/>
                    <a:pt x="183461" y="17170"/>
                  </a:cubicBezTo>
                  <a:cubicBezTo>
                    <a:pt x="183490" y="93674"/>
                    <a:pt x="183480" y="170179"/>
                    <a:pt x="183480" y="246694"/>
                  </a:cubicBezTo>
                  <a:cubicBezTo>
                    <a:pt x="183480" y="253409"/>
                    <a:pt x="183518" y="260114"/>
                    <a:pt x="183461" y="266820"/>
                  </a:cubicBezTo>
                  <a:cubicBezTo>
                    <a:pt x="183423" y="270649"/>
                    <a:pt x="183070" y="274449"/>
                    <a:pt x="182661" y="278259"/>
                  </a:cubicBezTo>
                  <a:cubicBezTo>
                    <a:pt x="182137" y="283079"/>
                    <a:pt x="181346" y="287842"/>
                    <a:pt x="180061" y="292518"/>
                  </a:cubicBezTo>
                  <a:cubicBezTo>
                    <a:pt x="179470" y="294661"/>
                    <a:pt x="178241" y="296519"/>
                    <a:pt x="177155" y="298424"/>
                  </a:cubicBezTo>
                  <a:cubicBezTo>
                    <a:pt x="174403" y="303272"/>
                    <a:pt x="170926" y="307558"/>
                    <a:pt x="166840" y="311349"/>
                  </a:cubicBezTo>
                  <a:cubicBezTo>
                    <a:pt x="163868" y="314112"/>
                    <a:pt x="160610" y="316474"/>
                    <a:pt x="157048" y="318417"/>
                  </a:cubicBezTo>
                  <a:cubicBezTo>
                    <a:pt x="152162" y="321084"/>
                    <a:pt x="147009" y="323017"/>
                    <a:pt x="141532" y="324037"/>
                  </a:cubicBezTo>
                  <a:cubicBezTo>
                    <a:pt x="139589" y="324399"/>
                    <a:pt x="137636" y="324646"/>
                    <a:pt x="135665" y="324846"/>
                  </a:cubicBezTo>
                  <a:cubicBezTo>
                    <a:pt x="133702" y="325046"/>
                    <a:pt x="131750" y="325037"/>
                    <a:pt x="129807" y="325008"/>
                  </a:cubicBezTo>
                  <a:cubicBezTo>
                    <a:pt x="122977" y="324922"/>
                    <a:pt x="116405" y="323503"/>
                    <a:pt x="110071" y="320960"/>
                  </a:cubicBezTo>
                  <a:cubicBezTo>
                    <a:pt x="105499" y="319131"/>
                    <a:pt x="101279" y="316674"/>
                    <a:pt x="97479" y="313569"/>
                  </a:cubicBezTo>
                  <a:cubicBezTo>
                    <a:pt x="93355" y="310197"/>
                    <a:pt x="89897" y="306225"/>
                    <a:pt x="87287" y="301158"/>
                  </a:cubicBezTo>
                  <a:cubicBezTo>
                    <a:pt x="88249" y="301662"/>
                    <a:pt x="88973" y="302024"/>
                    <a:pt x="89678" y="302424"/>
                  </a:cubicBezTo>
                  <a:cubicBezTo>
                    <a:pt x="94088" y="304910"/>
                    <a:pt x="98822" y="306539"/>
                    <a:pt x="103737" y="307711"/>
                  </a:cubicBezTo>
                  <a:cubicBezTo>
                    <a:pt x="109185" y="309016"/>
                    <a:pt x="114719" y="309263"/>
                    <a:pt x="120244" y="308911"/>
                  </a:cubicBezTo>
                  <a:cubicBezTo>
                    <a:pt x="127406" y="308454"/>
                    <a:pt x="134236" y="306492"/>
                    <a:pt x="140637" y="303186"/>
                  </a:cubicBezTo>
                  <a:cubicBezTo>
                    <a:pt x="144113" y="301396"/>
                    <a:pt x="147323" y="299214"/>
                    <a:pt x="150314" y="296681"/>
                  </a:cubicBezTo>
                  <a:cubicBezTo>
                    <a:pt x="154762" y="292890"/>
                    <a:pt x="158410" y="288442"/>
                    <a:pt x="161506" y="283517"/>
                  </a:cubicBezTo>
                  <a:cubicBezTo>
                    <a:pt x="164040" y="279488"/>
                    <a:pt x="165716" y="275173"/>
                    <a:pt x="166421" y="270420"/>
                  </a:cubicBezTo>
                  <a:cubicBezTo>
                    <a:pt x="166907" y="267182"/>
                    <a:pt x="167392" y="263934"/>
                    <a:pt x="167831" y="260686"/>
                  </a:cubicBezTo>
                  <a:cubicBezTo>
                    <a:pt x="168088" y="258724"/>
                    <a:pt x="168269" y="256733"/>
                    <a:pt x="168269" y="254761"/>
                  </a:cubicBezTo>
                  <a:cubicBezTo>
                    <a:pt x="168269" y="251380"/>
                    <a:pt x="168535" y="248008"/>
                    <a:pt x="168526" y="244627"/>
                  </a:cubicBezTo>
                  <a:cubicBezTo>
                    <a:pt x="168497" y="163655"/>
                    <a:pt x="168507" y="82692"/>
                    <a:pt x="168507" y="1720"/>
                  </a:cubicBezTo>
                  <a:cubicBezTo>
                    <a:pt x="168507" y="1396"/>
                    <a:pt x="168526" y="1072"/>
                    <a:pt x="168507" y="758"/>
                  </a:cubicBezTo>
                  <a:cubicBezTo>
                    <a:pt x="168459" y="215"/>
                    <a:pt x="168669" y="-42"/>
                    <a:pt x="169231" y="6"/>
                  </a:cubicBezTo>
                  <a:close/>
                </a:path>
              </a:pathLst>
            </a:custGeom>
            <a:solidFill>
              <a:srgbClr val="FFC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</p:grp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B2327FB8-5DF6-0954-14AA-1546D8D41085}"/>
              </a:ext>
            </a:extLst>
          </p:cNvPr>
          <p:cNvSpPr/>
          <p:nvPr/>
        </p:nvSpPr>
        <p:spPr>
          <a:xfrm>
            <a:off x="8549572" y="1163412"/>
            <a:ext cx="794517" cy="730193"/>
          </a:xfrm>
          <a:custGeom>
            <a:avLst/>
            <a:gdLst>
              <a:gd name="connsiteX0" fmla="*/ 1827 w 722288"/>
              <a:gd name="connsiteY0" fmla="*/ 366435 h 663812"/>
              <a:gd name="connsiteX1" fmla="*/ 366434 w 722288"/>
              <a:gd name="connsiteY1" fmla="*/ 661986 h 663812"/>
              <a:gd name="connsiteX2" fmla="*/ 556268 w 722288"/>
              <a:gd name="connsiteY2" fmla="*/ 576327 h 663812"/>
              <a:gd name="connsiteX3" fmla="*/ 722288 w 722288"/>
              <a:gd name="connsiteY3" fmla="*/ 600692 h 663812"/>
              <a:gd name="connsiteX4" fmla="*/ 639221 w 722288"/>
              <a:gd name="connsiteY4" fmla="*/ 457170 h 663812"/>
              <a:gd name="connsiteX5" fmla="*/ 661986 w 722288"/>
              <a:gd name="connsiteY5" fmla="*/ 297378 h 663812"/>
              <a:gd name="connsiteX6" fmla="*/ 297378 w 722288"/>
              <a:gd name="connsiteY6" fmla="*/ 1827 h 663812"/>
              <a:gd name="connsiteX7" fmla="*/ 1827 w 722288"/>
              <a:gd name="connsiteY7" fmla="*/ 366435 h 66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288" h="663812">
                <a:moveTo>
                  <a:pt x="1827" y="366435"/>
                </a:moveTo>
                <a:cubicBezTo>
                  <a:pt x="20887" y="548686"/>
                  <a:pt x="184174" y="681055"/>
                  <a:pt x="366434" y="661986"/>
                </a:cubicBezTo>
                <a:cubicBezTo>
                  <a:pt x="440091" y="654280"/>
                  <a:pt x="505566" y="623019"/>
                  <a:pt x="556268" y="576327"/>
                </a:cubicBezTo>
                <a:lnTo>
                  <a:pt x="722288" y="600692"/>
                </a:lnTo>
                <a:lnTo>
                  <a:pt x="639221" y="457170"/>
                </a:lnTo>
                <a:cubicBezTo>
                  <a:pt x="659376" y="408135"/>
                  <a:pt x="667872" y="353566"/>
                  <a:pt x="661986" y="297378"/>
                </a:cubicBezTo>
                <a:cubicBezTo>
                  <a:pt x="642926" y="115127"/>
                  <a:pt x="479630" y="-17242"/>
                  <a:pt x="297378" y="1827"/>
                </a:cubicBezTo>
                <a:cubicBezTo>
                  <a:pt x="115127" y="20887"/>
                  <a:pt x="-17242" y="184174"/>
                  <a:pt x="1827" y="366435"/>
                </a:cubicBezTo>
                <a:close/>
              </a:path>
            </a:pathLst>
          </a:custGeom>
          <a:solidFill>
            <a:srgbClr val="455A6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Inclusive Sans" pitchFamily="2" charset="0"/>
            </a:endParaRPr>
          </a:p>
        </p:txBody>
      </p:sp>
      <p:grpSp>
        <p:nvGrpSpPr>
          <p:cNvPr id="107" name="Graphic 6">
            <a:extLst>
              <a:ext uri="{FF2B5EF4-FFF2-40B4-BE49-F238E27FC236}">
                <a16:creationId xmlns:a16="http://schemas.microsoft.com/office/drawing/2014/main" id="{781F9B4B-42EC-6827-219C-FC6EFD73AAAB}"/>
              </a:ext>
            </a:extLst>
          </p:cNvPr>
          <p:cNvGrpSpPr/>
          <p:nvPr/>
        </p:nvGrpSpPr>
        <p:grpSpPr>
          <a:xfrm>
            <a:off x="11039602" y="1240906"/>
            <a:ext cx="518599" cy="473109"/>
            <a:chOff x="7670641" y="4903274"/>
            <a:chExt cx="471454" cy="430099"/>
          </a:xfrm>
          <a:solidFill>
            <a:srgbClr val="455A64"/>
          </a:solidFill>
        </p:grpSpPr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9BCDCED0-CFBD-928E-7080-49323C1DBE89}"/>
                </a:ext>
              </a:extLst>
            </p:cNvPr>
            <p:cNvSpPr/>
            <p:nvPr/>
          </p:nvSpPr>
          <p:spPr>
            <a:xfrm>
              <a:off x="7677833" y="4905136"/>
              <a:ext cx="464249" cy="426669"/>
            </a:xfrm>
            <a:custGeom>
              <a:avLst/>
              <a:gdLst>
                <a:gd name="connsiteX0" fmla="*/ 463077 w 464249"/>
                <a:gd name="connsiteY0" fmla="*/ 235528 h 426669"/>
                <a:gd name="connsiteX1" fmla="*/ 228724 w 464249"/>
                <a:gd name="connsiteY1" fmla="*/ 425494 h 426669"/>
                <a:gd name="connsiteX2" fmla="*/ 106709 w 464249"/>
                <a:gd name="connsiteY2" fmla="*/ 370430 h 426669"/>
                <a:gd name="connsiteX3" fmla="*/ 0 w 464249"/>
                <a:gd name="connsiteY3" fmla="*/ 386099 h 426669"/>
                <a:gd name="connsiteX4" fmla="*/ 53388 w 464249"/>
                <a:gd name="connsiteY4" fmla="*/ 293849 h 426669"/>
                <a:gd name="connsiteX5" fmla="*/ 38757 w 464249"/>
                <a:gd name="connsiteY5" fmla="*/ 191141 h 426669"/>
                <a:gd name="connsiteX6" fmla="*/ 273110 w 464249"/>
                <a:gd name="connsiteY6" fmla="*/ 1175 h 426669"/>
                <a:gd name="connsiteX7" fmla="*/ 463077 w 464249"/>
                <a:gd name="connsiteY7" fmla="*/ 235528 h 426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4249" h="426669">
                  <a:moveTo>
                    <a:pt x="463077" y="235528"/>
                  </a:moveTo>
                  <a:cubicBezTo>
                    <a:pt x="450828" y="352676"/>
                    <a:pt x="345872" y="437753"/>
                    <a:pt x="228724" y="425494"/>
                  </a:cubicBezTo>
                  <a:cubicBezTo>
                    <a:pt x="181375" y="420542"/>
                    <a:pt x="139294" y="400444"/>
                    <a:pt x="106709" y="370430"/>
                  </a:cubicBezTo>
                  <a:lnTo>
                    <a:pt x="0" y="386099"/>
                  </a:lnTo>
                  <a:lnTo>
                    <a:pt x="53388" y="293849"/>
                  </a:lnTo>
                  <a:cubicBezTo>
                    <a:pt x="40434" y="262331"/>
                    <a:pt x="34976" y="227260"/>
                    <a:pt x="38757" y="191141"/>
                  </a:cubicBezTo>
                  <a:cubicBezTo>
                    <a:pt x="51006" y="73993"/>
                    <a:pt x="155962" y="-11084"/>
                    <a:pt x="273110" y="1175"/>
                  </a:cubicBezTo>
                  <a:cubicBezTo>
                    <a:pt x="390249" y="13433"/>
                    <a:pt x="475326" y="118380"/>
                    <a:pt x="463077" y="235528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2C3E173-8975-C7F8-E6F5-F0B9D6CACA78}"/>
                </a:ext>
              </a:extLst>
            </p:cNvPr>
            <p:cNvSpPr/>
            <p:nvPr/>
          </p:nvSpPr>
          <p:spPr>
            <a:xfrm>
              <a:off x="7670641" y="4903274"/>
              <a:ext cx="471454" cy="430099"/>
            </a:xfrm>
            <a:custGeom>
              <a:avLst/>
              <a:gdLst>
                <a:gd name="connsiteX0" fmla="*/ 470268 w 471454"/>
                <a:gd name="connsiteY0" fmla="*/ 237390 h 430099"/>
                <a:gd name="connsiteX1" fmla="*/ 427215 w 471454"/>
                <a:gd name="connsiteY1" fmla="*/ 345518 h 430099"/>
                <a:gd name="connsiteX2" fmla="*/ 407879 w 471454"/>
                <a:gd name="connsiteY2" fmla="*/ 367778 h 430099"/>
                <a:gd name="connsiteX3" fmla="*/ 385372 w 471454"/>
                <a:gd name="connsiteY3" fmla="*/ 386838 h 430099"/>
                <a:gd name="connsiteX4" fmla="*/ 333918 w 471454"/>
                <a:gd name="connsiteY4" fmla="*/ 415479 h 430099"/>
                <a:gd name="connsiteX5" fmla="*/ 276492 w 471454"/>
                <a:gd name="connsiteY5" fmla="*/ 429176 h 430099"/>
                <a:gd name="connsiteX6" fmla="*/ 246859 w 471454"/>
                <a:gd name="connsiteY6" fmla="*/ 429738 h 430099"/>
                <a:gd name="connsiteX7" fmla="*/ 217341 w 471454"/>
                <a:gd name="connsiteY7" fmla="*/ 426671 h 430099"/>
                <a:gd name="connsiteX8" fmla="*/ 111814 w 471454"/>
                <a:gd name="connsiteY8" fmla="*/ 374569 h 430099"/>
                <a:gd name="connsiteX9" fmla="*/ 114338 w 471454"/>
                <a:gd name="connsiteY9" fmla="*/ 375350 h 430099"/>
                <a:gd name="connsiteX10" fmla="*/ 7734 w 471454"/>
                <a:gd name="connsiteY10" fmla="*/ 391714 h 430099"/>
                <a:gd name="connsiteX11" fmla="*/ 0 w 471454"/>
                <a:gd name="connsiteY11" fmla="*/ 392905 h 430099"/>
                <a:gd name="connsiteX12" fmla="*/ 3915 w 471454"/>
                <a:gd name="connsiteY12" fmla="*/ 386085 h 430099"/>
                <a:gd name="connsiteX13" fmla="*/ 56988 w 471454"/>
                <a:gd name="connsiteY13" fmla="*/ 293654 h 430099"/>
                <a:gd name="connsiteX14" fmla="*/ 56740 w 471454"/>
                <a:gd name="connsiteY14" fmla="*/ 297303 h 430099"/>
                <a:gd name="connsiteX15" fmla="*/ 69875 w 471454"/>
                <a:gd name="connsiteY15" fmla="*/ 107193 h 430099"/>
                <a:gd name="connsiteX16" fmla="*/ 136674 w 471454"/>
                <a:gd name="connsiteY16" fmla="*/ 36060 h 430099"/>
                <a:gd name="connsiteX17" fmla="*/ 227705 w 471454"/>
                <a:gd name="connsiteY17" fmla="*/ 1904 h 430099"/>
                <a:gd name="connsiteX18" fmla="*/ 324155 w 471454"/>
                <a:gd name="connsiteY18" fmla="*/ 10819 h 430099"/>
                <a:gd name="connsiteX19" fmla="*/ 406413 w 471454"/>
                <a:gd name="connsiteY19" fmla="*/ 61254 h 430099"/>
                <a:gd name="connsiteX20" fmla="*/ 470268 w 471454"/>
                <a:gd name="connsiteY20" fmla="*/ 237390 h 43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1454" h="430099">
                  <a:moveTo>
                    <a:pt x="470268" y="237390"/>
                  </a:moveTo>
                  <a:cubicBezTo>
                    <a:pt x="465811" y="276338"/>
                    <a:pt x="451571" y="314495"/>
                    <a:pt x="427215" y="345518"/>
                  </a:cubicBezTo>
                  <a:cubicBezTo>
                    <a:pt x="421624" y="353643"/>
                    <a:pt x="414414" y="360425"/>
                    <a:pt x="407879" y="367778"/>
                  </a:cubicBezTo>
                  <a:cubicBezTo>
                    <a:pt x="400469" y="374236"/>
                    <a:pt x="393554" y="381313"/>
                    <a:pt x="385372" y="386838"/>
                  </a:cubicBezTo>
                  <a:cubicBezTo>
                    <a:pt x="369770" y="398858"/>
                    <a:pt x="352244" y="408278"/>
                    <a:pt x="333918" y="415479"/>
                  </a:cubicBezTo>
                  <a:cubicBezTo>
                    <a:pt x="315687" y="423156"/>
                    <a:pt x="296066" y="426823"/>
                    <a:pt x="276492" y="429176"/>
                  </a:cubicBezTo>
                  <a:cubicBezTo>
                    <a:pt x="266624" y="429710"/>
                    <a:pt x="256747" y="430605"/>
                    <a:pt x="246859" y="429738"/>
                  </a:cubicBezTo>
                  <a:cubicBezTo>
                    <a:pt x="236954" y="429510"/>
                    <a:pt x="227095" y="428452"/>
                    <a:pt x="217341" y="426671"/>
                  </a:cubicBezTo>
                  <a:cubicBezTo>
                    <a:pt x="178308" y="419604"/>
                    <a:pt x="141341" y="401335"/>
                    <a:pt x="111814" y="374569"/>
                  </a:cubicBezTo>
                  <a:lnTo>
                    <a:pt x="114338" y="375350"/>
                  </a:lnTo>
                  <a:lnTo>
                    <a:pt x="7734" y="391714"/>
                  </a:lnTo>
                  <a:lnTo>
                    <a:pt x="0" y="392905"/>
                  </a:lnTo>
                  <a:lnTo>
                    <a:pt x="3915" y="386085"/>
                  </a:lnTo>
                  <a:lnTo>
                    <a:pt x="56988" y="293654"/>
                  </a:lnTo>
                  <a:lnTo>
                    <a:pt x="56740" y="297303"/>
                  </a:lnTo>
                  <a:cubicBezTo>
                    <a:pt x="30880" y="236419"/>
                    <a:pt x="36709" y="163924"/>
                    <a:pt x="69875" y="107193"/>
                  </a:cubicBezTo>
                  <a:cubicBezTo>
                    <a:pt x="86411" y="78790"/>
                    <a:pt x="109461" y="54310"/>
                    <a:pt x="136674" y="36060"/>
                  </a:cubicBezTo>
                  <a:cubicBezTo>
                    <a:pt x="163868" y="17753"/>
                    <a:pt x="195415" y="6276"/>
                    <a:pt x="227705" y="1904"/>
                  </a:cubicBezTo>
                  <a:cubicBezTo>
                    <a:pt x="260023" y="-2383"/>
                    <a:pt x="293294" y="561"/>
                    <a:pt x="324155" y="10819"/>
                  </a:cubicBezTo>
                  <a:cubicBezTo>
                    <a:pt x="354987" y="21201"/>
                    <a:pt x="383248" y="38661"/>
                    <a:pt x="406413" y="61254"/>
                  </a:cubicBezTo>
                  <a:cubicBezTo>
                    <a:pt x="453523" y="106012"/>
                    <a:pt x="477193" y="173173"/>
                    <a:pt x="470268" y="23739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</p:grpSp>
      <p:grpSp>
        <p:nvGrpSpPr>
          <p:cNvPr id="108" name="Graphic 6">
            <a:extLst>
              <a:ext uri="{FF2B5EF4-FFF2-40B4-BE49-F238E27FC236}">
                <a16:creationId xmlns:a16="http://schemas.microsoft.com/office/drawing/2014/main" id="{5BE32F06-B0F6-52C0-4D17-86FC1CF50DC7}"/>
              </a:ext>
            </a:extLst>
          </p:cNvPr>
          <p:cNvGrpSpPr/>
          <p:nvPr/>
        </p:nvGrpSpPr>
        <p:grpSpPr>
          <a:xfrm>
            <a:off x="11193967" y="1456364"/>
            <a:ext cx="260354" cy="56788"/>
            <a:chOff x="7810973" y="5099145"/>
            <a:chExt cx="236686" cy="51625"/>
          </a:xfrm>
          <a:solidFill>
            <a:srgbClr val="FFFFFF"/>
          </a:solidFill>
        </p:grpSpPr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E7A0933-2ABB-B8CA-E1AE-62210B657BAB}"/>
                </a:ext>
              </a:extLst>
            </p:cNvPr>
            <p:cNvSpPr/>
            <p:nvPr/>
          </p:nvSpPr>
          <p:spPr>
            <a:xfrm>
              <a:off x="7996034" y="5099145"/>
              <a:ext cx="51625" cy="51625"/>
            </a:xfrm>
            <a:custGeom>
              <a:avLst/>
              <a:gdLst>
                <a:gd name="connsiteX0" fmla="*/ 51626 w 51625"/>
                <a:gd name="connsiteY0" fmla="*/ 25813 h 51625"/>
                <a:gd name="connsiteX1" fmla="*/ 25813 w 51625"/>
                <a:gd name="connsiteY1" fmla="*/ 51625 h 51625"/>
                <a:gd name="connsiteX2" fmla="*/ 0 w 51625"/>
                <a:gd name="connsiteY2" fmla="*/ 25813 h 51625"/>
                <a:gd name="connsiteX3" fmla="*/ 25813 w 51625"/>
                <a:gd name="connsiteY3" fmla="*/ 0 h 51625"/>
                <a:gd name="connsiteX4" fmla="*/ 51626 w 51625"/>
                <a:gd name="connsiteY4" fmla="*/ 25813 h 5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25" h="51625">
                  <a:moveTo>
                    <a:pt x="51626" y="25813"/>
                  </a:moveTo>
                  <a:cubicBezTo>
                    <a:pt x="51626" y="40072"/>
                    <a:pt x="40062" y="51625"/>
                    <a:pt x="25813" y="51625"/>
                  </a:cubicBezTo>
                  <a:cubicBezTo>
                    <a:pt x="11554" y="51625"/>
                    <a:pt x="0" y="40072"/>
                    <a:pt x="0" y="25813"/>
                  </a:cubicBezTo>
                  <a:cubicBezTo>
                    <a:pt x="0" y="11554"/>
                    <a:pt x="11554" y="0"/>
                    <a:pt x="25813" y="0"/>
                  </a:cubicBezTo>
                  <a:cubicBezTo>
                    <a:pt x="40072" y="-10"/>
                    <a:pt x="51626" y="11554"/>
                    <a:pt x="51626" y="258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A4D1F96-FEF6-8E25-60BF-D56069626851}"/>
                </a:ext>
              </a:extLst>
            </p:cNvPr>
            <p:cNvSpPr/>
            <p:nvPr/>
          </p:nvSpPr>
          <p:spPr>
            <a:xfrm>
              <a:off x="7903509" y="5099145"/>
              <a:ext cx="51625" cy="51625"/>
            </a:xfrm>
            <a:custGeom>
              <a:avLst/>
              <a:gdLst>
                <a:gd name="connsiteX0" fmla="*/ 51626 w 51625"/>
                <a:gd name="connsiteY0" fmla="*/ 25813 h 51625"/>
                <a:gd name="connsiteX1" fmla="*/ 25813 w 51625"/>
                <a:gd name="connsiteY1" fmla="*/ 51625 h 51625"/>
                <a:gd name="connsiteX2" fmla="*/ 0 w 51625"/>
                <a:gd name="connsiteY2" fmla="*/ 25813 h 51625"/>
                <a:gd name="connsiteX3" fmla="*/ 25813 w 51625"/>
                <a:gd name="connsiteY3" fmla="*/ 0 h 51625"/>
                <a:gd name="connsiteX4" fmla="*/ 51626 w 51625"/>
                <a:gd name="connsiteY4" fmla="*/ 25813 h 5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25" h="51625">
                  <a:moveTo>
                    <a:pt x="51626" y="25813"/>
                  </a:moveTo>
                  <a:cubicBezTo>
                    <a:pt x="51626" y="40072"/>
                    <a:pt x="40072" y="51625"/>
                    <a:pt x="25813" y="51625"/>
                  </a:cubicBezTo>
                  <a:cubicBezTo>
                    <a:pt x="11554" y="51625"/>
                    <a:pt x="0" y="40072"/>
                    <a:pt x="0" y="25813"/>
                  </a:cubicBezTo>
                  <a:cubicBezTo>
                    <a:pt x="0" y="11554"/>
                    <a:pt x="11563" y="0"/>
                    <a:pt x="25813" y="0"/>
                  </a:cubicBezTo>
                  <a:cubicBezTo>
                    <a:pt x="40062" y="-10"/>
                    <a:pt x="51626" y="11554"/>
                    <a:pt x="51626" y="258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581D14F-B12F-0AC3-75F7-4B7E3DF2E42E}"/>
                </a:ext>
              </a:extLst>
            </p:cNvPr>
            <p:cNvSpPr/>
            <p:nvPr/>
          </p:nvSpPr>
          <p:spPr>
            <a:xfrm>
              <a:off x="7810973" y="5099145"/>
              <a:ext cx="51625" cy="51625"/>
            </a:xfrm>
            <a:custGeom>
              <a:avLst/>
              <a:gdLst>
                <a:gd name="connsiteX0" fmla="*/ 51626 w 51625"/>
                <a:gd name="connsiteY0" fmla="*/ 25813 h 51625"/>
                <a:gd name="connsiteX1" fmla="*/ 25813 w 51625"/>
                <a:gd name="connsiteY1" fmla="*/ 51625 h 51625"/>
                <a:gd name="connsiteX2" fmla="*/ 0 w 51625"/>
                <a:gd name="connsiteY2" fmla="*/ 25813 h 51625"/>
                <a:gd name="connsiteX3" fmla="*/ 25813 w 51625"/>
                <a:gd name="connsiteY3" fmla="*/ 0 h 51625"/>
                <a:gd name="connsiteX4" fmla="*/ 51626 w 51625"/>
                <a:gd name="connsiteY4" fmla="*/ 25813 h 5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25" h="51625">
                  <a:moveTo>
                    <a:pt x="51626" y="25813"/>
                  </a:moveTo>
                  <a:cubicBezTo>
                    <a:pt x="51626" y="40072"/>
                    <a:pt x="40062" y="51625"/>
                    <a:pt x="25813" y="51625"/>
                  </a:cubicBezTo>
                  <a:cubicBezTo>
                    <a:pt x="11554" y="51625"/>
                    <a:pt x="0" y="40072"/>
                    <a:pt x="0" y="25813"/>
                  </a:cubicBezTo>
                  <a:cubicBezTo>
                    <a:pt x="0" y="11554"/>
                    <a:pt x="11554" y="0"/>
                    <a:pt x="25813" y="0"/>
                  </a:cubicBezTo>
                  <a:cubicBezTo>
                    <a:pt x="40062" y="-10"/>
                    <a:pt x="51626" y="11554"/>
                    <a:pt x="51626" y="258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17D6AA4-623F-D9C8-99B3-471948C14B3E}"/>
              </a:ext>
            </a:extLst>
          </p:cNvPr>
          <p:cNvGrpSpPr/>
          <p:nvPr/>
        </p:nvGrpSpPr>
        <p:grpSpPr>
          <a:xfrm>
            <a:off x="8549550" y="1160192"/>
            <a:ext cx="806840" cy="736084"/>
            <a:chOff x="1031766" y="1063267"/>
            <a:chExt cx="806840" cy="736084"/>
          </a:xfrm>
        </p:grpSpPr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60E0D5A-CD38-F71C-5D0E-34639ED11B0A}"/>
                </a:ext>
              </a:extLst>
            </p:cNvPr>
            <p:cNvSpPr/>
            <p:nvPr/>
          </p:nvSpPr>
          <p:spPr>
            <a:xfrm>
              <a:off x="1031766" y="1063267"/>
              <a:ext cx="806840" cy="736084"/>
            </a:xfrm>
            <a:custGeom>
              <a:avLst/>
              <a:gdLst>
                <a:gd name="connsiteX0" fmla="*/ 101165 w 733491"/>
                <a:gd name="connsiteY0" fmla="*/ 95307 h 669167"/>
                <a:gd name="connsiteX1" fmla="*/ 229143 w 733491"/>
                <a:gd name="connsiteY1" fmla="*/ 16831 h 669167"/>
                <a:gd name="connsiteX2" fmla="*/ 379200 w 733491"/>
                <a:gd name="connsiteY2" fmla="*/ 2962 h 669167"/>
                <a:gd name="connsiteX3" fmla="*/ 520827 w 733491"/>
                <a:gd name="connsiteY3" fmla="*/ 56102 h 669167"/>
                <a:gd name="connsiteX4" fmla="*/ 624764 w 733491"/>
                <a:gd name="connsiteY4" fmla="*/ 166773 h 669167"/>
                <a:gd name="connsiteX5" fmla="*/ 645204 w 733491"/>
                <a:gd name="connsiteY5" fmla="*/ 462544 h 669167"/>
                <a:gd name="connsiteX6" fmla="*/ 644823 w 733491"/>
                <a:gd name="connsiteY6" fmla="*/ 456867 h 669167"/>
                <a:gd name="connsiteX7" fmla="*/ 727396 w 733491"/>
                <a:gd name="connsiteY7" fmla="*/ 600675 h 669167"/>
                <a:gd name="connsiteX8" fmla="*/ 733492 w 733491"/>
                <a:gd name="connsiteY8" fmla="*/ 611286 h 669167"/>
                <a:gd name="connsiteX9" fmla="*/ 721462 w 733491"/>
                <a:gd name="connsiteY9" fmla="*/ 609438 h 669167"/>
                <a:gd name="connsiteX10" fmla="*/ 555603 w 733491"/>
                <a:gd name="connsiteY10" fmla="*/ 583978 h 669167"/>
                <a:gd name="connsiteX11" fmla="*/ 559527 w 733491"/>
                <a:gd name="connsiteY11" fmla="*/ 582768 h 669167"/>
                <a:gd name="connsiteX12" fmla="*/ 395354 w 733491"/>
                <a:gd name="connsiteY12" fmla="*/ 663826 h 669167"/>
                <a:gd name="connsiteX13" fmla="*/ 349425 w 733491"/>
                <a:gd name="connsiteY13" fmla="*/ 668608 h 669167"/>
                <a:gd name="connsiteX14" fmla="*/ 303324 w 733491"/>
                <a:gd name="connsiteY14" fmla="*/ 667731 h 669167"/>
                <a:gd name="connsiteX15" fmla="*/ 213979 w 733491"/>
                <a:gd name="connsiteY15" fmla="*/ 646424 h 669167"/>
                <a:gd name="connsiteX16" fmla="*/ 133931 w 733491"/>
                <a:gd name="connsiteY16" fmla="*/ 601856 h 669167"/>
                <a:gd name="connsiteX17" fmla="*/ 98908 w 733491"/>
                <a:gd name="connsiteY17" fmla="*/ 572205 h 669167"/>
                <a:gd name="connsiteX18" fmla="*/ 68828 w 733491"/>
                <a:gd name="connsiteY18" fmla="*/ 537582 h 669167"/>
                <a:gd name="connsiteX19" fmla="*/ 1848 w 733491"/>
                <a:gd name="connsiteY19" fmla="*/ 369361 h 669167"/>
                <a:gd name="connsiteX20" fmla="*/ 101165 w 733491"/>
                <a:gd name="connsiteY20" fmla="*/ 95307 h 66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33491" h="669167">
                  <a:moveTo>
                    <a:pt x="101165" y="95307"/>
                  </a:moveTo>
                  <a:cubicBezTo>
                    <a:pt x="137208" y="60141"/>
                    <a:pt x="181175" y="32985"/>
                    <a:pt x="229143" y="16831"/>
                  </a:cubicBezTo>
                  <a:cubicBezTo>
                    <a:pt x="277168" y="867"/>
                    <a:pt x="328917" y="-3705"/>
                    <a:pt x="379200" y="2962"/>
                  </a:cubicBezTo>
                  <a:cubicBezTo>
                    <a:pt x="429444" y="9763"/>
                    <a:pt x="478507" y="27623"/>
                    <a:pt x="520827" y="56102"/>
                  </a:cubicBezTo>
                  <a:cubicBezTo>
                    <a:pt x="563166" y="84497"/>
                    <a:pt x="599037" y="122577"/>
                    <a:pt x="624764" y="166773"/>
                  </a:cubicBezTo>
                  <a:cubicBezTo>
                    <a:pt x="676361" y="255032"/>
                    <a:pt x="685428" y="367827"/>
                    <a:pt x="645204" y="462544"/>
                  </a:cubicBezTo>
                  <a:lnTo>
                    <a:pt x="644823" y="456867"/>
                  </a:lnTo>
                  <a:lnTo>
                    <a:pt x="727396" y="600675"/>
                  </a:lnTo>
                  <a:lnTo>
                    <a:pt x="733492" y="611286"/>
                  </a:lnTo>
                  <a:lnTo>
                    <a:pt x="721462" y="609438"/>
                  </a:lnTo>
                  <a:lnTo>
                    <a:pt x="555603" y="583978"/>
                  </a:lnTo>
                  <a:lnTo>
                    <a:pt x="559527" y="582768"/>
                  </a:lnTo>
                  <a:cubicBezTo>
                    <a:pt x="513588" y="624412"/>
                    <a:pt x="456076" y="652834"/>
                    <a:pt x="395354" y="663826"/>
                  </a:cubicBezTo>
                  <a:cubicBezTo>
                    <a:pt x="380181" y="666607"/>
                    <a:pt x="364836" y="668255"/>
                    <a:pt x="349425" y="668608"/>
                  </a:cubicBezTo>
                  <a:cubicBezTo>
                    <a:pt x="334042" y="669951"/>
                    <a:pt x="318668" y="668560"/>
                    <a:pt x="303324" y="667731"/>
                  </a:cubicBezTo>
                  <a:cubicBezTo>
                    <a:pt x="272882" y="664064"/>
                    <a:pt x="242354" y="658368"/>
                    <a:pt x="213979" y="646424"/>
                  </a:cubicBezTo>
                  <a:cubicBezTo>
                    <a:pt x="185471" y="635204"/>
                    <a:pt x="158201" y="620554"/>
                    <a:pt x="133931" y="601856"/>
                  </a:cubicBezTo>
                  <a:cubicBezTo>
                    <a:pt x="121196" y="593265"/>
                    <a:pt x="110442" y="582254"/>
                    <a:pt x="98908" y="572205"/>
                  </a:cubicBezTo>
                  <a:cubicBezTo>
                    <a:pt x="88744" y="560775"/>
                    <a:pt x="77533" y="550221"/>
                    <a:pt x="68828" y="537582"/>
                  </a:cubicBezTo>
                  <a:cubicBezTo>
                    <a:pt x="30937" y="489328"/>
                    <a:pt x="8782" y="429949"/>
                    <a:pt x="1848" y="369361"/>
                  </a:cubicBezTo>
                  <a:cubicBezTo>
                    <a:pt x="-8935" y="269434"/>
                    <a:pt x="27899" y="164954"/>
                    <a:pt x="101165" y="95307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41606A0-0D06-ED66-EB34-265220EF3665}"/>
                </a:ext>
              </a:extLst>
            </p:cNvPr>
            <p:cNvGrpSpPr/>
            <p:nvPr/>
          </p:nvGrpSpPr>
          <p:grpSpPr>
            <a:xfrm>
              <a:off x="1161970" y="1189456"/>
              <a:ext cx="470738" cy="470092"/>
              <a:chOff x="7399312" y="5177534"/>
              <a:chExt cx="470738" cy="470092"/>
            </a:xfrm>
          </p:grpSpPr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E11E5412-8B04-2367-2827-26464A49181C}"/>
                  </a:ext>
                </a:extLst>
              </p:cNvPr>
              <p:cNvSpPr/>
              <p:nvPr/>
            </p:nvSpPr>
            <p:spPr>
              <a:xfrm rot="443401">
                <a:off x="7417613" y="5195189"/>
                <a:ext cx="452437" cy="452437"/>
              </a:xfrm>
              <a:custGeom>
                <a:avLst/>
                <a:gdLst>
                  <a:gd name="connsiteX0" fmla="*/ 452437 w 452437"/>
                  <a:gd name="connsiteY0" fmla="*/ 226219 h 452437"/>
                  <a:gd name="connsiteX1" fmla="*/ 226219 w 452437"/>
                  <a:gd name="connsiteY1" fmla="*/ 452437 h 452437"/>
                  <a:gd name="connsiteX2" fmla="*/ 0 w 452437"/>
                  <a:gd name="connsiteY2" fmla="*/ 226219 h 452437"/>
                  <a:gd name="connsiteX3" fmla="*/ 226219 w 452437"/>
                  <a:gd name="connsiteY3" fmla="*/ 0 h 452437"/>
                  <a:gd name="connsiteX4" fmla="*/ 452437 w 452437"/>
                  <a:gd name="connsiteY4" fmla="*/ 226219 h 45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2437" h="452437">
                    <a:moveTo>
                      <a:pt x="452437" y="226219"/>
                    </a:moveTo>
                    <a:cubicBezTo>
                      <a:pt x="452437" y="351156"/>
                      <a:pt x="351156" y="452437"/>
                      <a:pt x="226219" y="452437"/>
                    </a:cubicBezTo>
                    <a:cubicBezTo>
                      <a:pt x="101282" y="452437"/>
                      <a:pt x="0" y="351156"/>
                      <a:pt x="0" y="226219"/>
                    </a:cubicBezTo>
                    <a:cubicBezTo>
                      <a:pt x="0" y="101282"/>
                      <a:pt x="101282" y="0"/>
                      <a:pt x="226219" y="0"/>
                    </a:cubicBezTo>
                    <a:cubicBezTo>
                      <a:pt x="351156" y="0"/>
                      <a:pt x="452437" y="101282"/>
                      <a:pt x="452437" y="2262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3B160F"/>
                  </a:gs>
                  <a:gs pos="50000">
                    <a:srgbClr val="4E1203"/>
                  </a:gs>
                  <a:gs pos="100000">
                    <a:srgbClr val="4E1203"/>
                  </a:gs>
                </a:gsLst>
                <a:lin ang="19253862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833F2E7D-83BA-1E01-C7B5-66CE182B17D7}"/>
                  </a:ext>
                </a:extLst>
              </p:cNvPr>
              <p:cNvSpPr/>
              <p:nvPr/>
            </p:nvSpPr>
            <p:spPr>
              <a:xfrm rot="19325402">
                <a:off x="7399312" y="5177534"/>
                <a:ext cx="452437" cy="452437"/>
              </a:xfrm>
              <a:custGeom>
                <a:avLst/>
                <a:gdLst>
                  <a:gd name="connsiteX0" fmla="*/ 452438 w 452437"/>
                  <a:gd name="connsiteY0" fmla="*/ 226219 h 452437"/>
                  <a:gd name="connsiteX1" fmla="*/ 226219 w 452437"/>
                  <a:gd name="connsiteY1" fmla="*/ 452437 h 452437"/>
                  <a:gd name="connsiteX2" fmla="*/ 0 w 452437"/>
                  <a:gd name="connsiteY2" fmla="*/ 226219 h 452437"/>
                  <a:gd name="connsiteX3" fmla="*/ 226219 w 452437"/>
                  <a:gd name="connsiteY3" fmla="*/ 0 h 452437"/>
                  <a:gd name="connsiteX4" fmla="*/ 452438 w 452437"/>
                  <a:gd name="connsiteY4" fmla="*/ 226219 h 45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2437" h="452437">
                    <a:moveTo>
                      <a:pt x="452438" y="226219"/>
                    </a:moveTo>
                    <a:cubicBezTo>
                      <a:pt x="452438" y="351156"/>
                      <a:pt x="351156" y="452437"/>
                      <a:pt x="226219" y="452437"/>
                    </a:cubicBezTo>
                    <a:cubicBezTo>
                      <a:pt x="101282" y="452437"/>
                      <a:pt x="0" y="351156"/>
                      <a:pt x="0" y="226219"/>
                    </a:cubicBezTo>
                    <a:cubicBezTo>
                      <a:pt x="0" y="101282"/>
                      <a:pt x="101282" y="0"/>
                      <a:pt x="226219" y="0"/>
                    </a:cubicBezTo>
                    <a:cubicBezTo>
                      <a:pt x="351156" y="0"/>
                      <a:pt x="452438" y="101282"/>
                      <a:pt x="452438" y="2262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E1203"/>
                  </a:gs>
                  <a:gs pos="50000">
                    <a:srgbClr val="88100E"/>
                  </a:gs>
                  <a:gs pos="100000">
                    <a:srgbClr val="C20F19"/>
                  </a:gs>
                </a:gsLst>
                <a:lin ang="20677083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B229C6C6-927A-5167-F32C-D133C63AC3ED}"/>
                  </a:ext>
                </a:extLst>
              </p:cNvPr>
              <p:cNvSpPr/>
              <p:nvPr/>
            </p:nvSpPr>
            <p:spPr>
              <a:xfrm rot="19163401">
                <a:off x="7419097" y="5197371"/>
                <a:ext cx="412813" cy="412813"/>
              </a:xfrm>
              <a:custGeom>
                <a:avLst/>
                <a:gdLst>
                  <a:gd name="connsiteX0" fmla="*/ 412814 w 412813"/>
                  <a:gd name="connsiteY0" fmla="*/ 206407 h 412813"/>
                  <a:gd name="connsiteX1" fmla="*/ 206407 w 412813"/>
                  <a:gd name="connsiteY1" fmla="*/ 412814 h 412813"/>
                  <a:gd name="connsiteX2" fmla="*/ 0 w 412813"/>
                  <a:gd name="connsiteY2" fmla="*/ 206407 h 412813"/>
                  <a:gd name="connsiteX3" fmla="*/ 206407 w 412813"/>
                  <a:gd name="connsiteY3" fmla="*/ 0 h 412813"/>
                  <a:gd name="connsiteX4" fmla="*/ 412814 w 412813"/>
                  <a:gd name="connsiteY4" fmla="*/ 206407 h 41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2813" h="412813">
                    <a:moveTo>
                      <a:pt x="412814" y="206407"/>
                    </a:moveTo>
                    <a:cubicBezTo>
                      <a:pt x="412814" y="320402"/>
                      <a:pt x="320402" y="412814"/>
                      <a:pt x="206407" y="412814"/>
                    </a:cubicBezTo>
                    <a:cubicBezTo>
                      <a:pt x="92412" y="412814"/>
                      <a:pt x="0" y="320402"/>
                      <a:pt x="0" y="206407"/>
                    </a:cubicBezTo>
                    <a:cubicBezTo>
                      <a:pt x="0" y="92411"/>
                      <a:pt x="92412" y="0"/>
                      <a:pt x="206407" y="0"/>
                    </a:cubicBezTo>
                    <a:cubicBezTo>
                      <a:pt x="320402" y="0"/>
                      <a:pt x="412814" y="92412"/>
                      <a:pt x="412814" y="206407"/>
                    </a:cubicBezTo>
                    <a:close/>
                  </a:path>
                </a:pathLst>
              </a:custGeom>
              <a:noFill/>
              <a:ln w="304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899197A4-D2D6-4FDE-CE69-2AB93FAC5C4D}"/>
                  </a:ext>
                </a:extLst>
              </p:cNvPr>
              <p:cNvSpPr/>
              <p:nvPr/>
            </p:nvSpPr>
            <p:spPr>
              <a:xfrm rot="1800000">
                <a:off x="7530103" y="5278848"/>
                <a:ext cx="176667" cy="226656"/>
              </a:xfrm>
              <a:custGeom>
                <a:avLst/>
                <a:gdLst>
                  <a:gd name="connsiteX0" fmla="*/ 81382 w 176667"/>
                  <a:gd name="connsiteY0" fmla="*/ 169891 h 226656"/>
                  <a:gd name="connsiteX1" fmla="*/ 83382 w 176667"/>
                  <a:gd name="connsiteY1" fmla="*/ 162747 h 226656"/>
                  <a:gd name="connsiteX2" fmla="*/ 77286 w 176667"/>
                  <a:gd name="connsiteY2" fmla="*/ 153603 h 226656"/>
                  <a:gd name="connsiteX3" fmla="*/ 70523 w 176667"/>
                  <a:gd name="connsiteY3" fmla="*/ 150079 h 226656"/>
                  <a:gd name="connsiteX4" fmla="*/ 45282 w 176667"/>
                  <a:gd name="connsiteY4" fmla="*/ 139030 h 226656"/>
                  <a:gd name="connsiteX5" fmla="*/ 42234 w 176667"/>
                  <a:gd name="connsiteY5" fmla="*/ 47780 h 226656"/>
                  <a:gd name="connsiteX6" fmla="*/ 117196 w 176667"/>
                  <a:gd name="connsiteY6" fmla="*/ 41113 h 226656"/>
                  <a:gd name="connsiteX7" fmla="*/ 141104 w 176667"/>
                  <a:gd name="connsiteY7" fmla="*/ 119885 h 226656"/>
                  <a:gd name="connsiteX8" fmla="*/ 108052 w 176667"/>
                  <a:gd name="connsiteY8" fmla="*/ 118170 h 226656"/>
                  <a:gd name="connsiteX9" fmla="*/ 81001 w 176667"/>
                  <a:gd name="connsiteY9" fmla="*/ 77689 h 226656"/>
                  <a:gd name="connsiteX10" fmla="*/ 54140 w 176667"/>
                  <a:gd name="connsiteY10" fmla="*/ 77498 h 226656"/>
                  <a:gd name="connsiteX11" fmla="*/ 62332 w 176667"/>
                  <a:gd name="connsiteY11" fmla="*/ 119599 h 226656"/>
                  <a:gd name="connsiteX12" fmla="*/ 80715 w 176667"/>
                  <a:gd name="connsiteY12" fmla="*/ 130648 h 226656"/>
                  <a:gd name="connsiteX13" fmla="*/ 122816 w 176667"/>
                  <a:gd name="connsiteY13" fmla="*/ 192084 h 226656"/>
                  <a:gd name="connsiteX14" fmla="*/ 159963 w 176667"/>
                  <a:gd name="connsiteY14" fmla="*/ 226374 h 226656"/>
                  <a:gd name="connsiteX15" fmla="*/ 162630 w 176667"/>
                  <a:gd name="connsiteY15" fmla="*/ 224564 h 226656"/>
                  <a:gd name="connsiteX16" fmla="*/ 146533 w 176667"/>
                  <a:gd name="connsiteY16" fmla="*/ 177511 h 226656"/>
                  <a:gd name="connsiteX17" fmla="*/ 125768 w 176667"/>
                  <a:gd name="connsiteY17" fmla="*/ 145983 h 226656"/>
                  <a:gd name="connsiteX18" fmla="*/ 159868 w 176667"/>
                  <a:gd name="connsiteY18" fmla="*/ 133124 h 226656"/>
                  <a:gd name="connsiteX19" fmla="*/ 140723 w 176667"/>
                  <a:gd name="connsiteY19" fmla="*/ 18729 h 226656"/>
                  <a:gd name="connsiteX20" fmla="*/ 27756 w 176667"/>
                  <a:gd name="connsiteY20" fmla="*/ 29778 h 226656"/>
                  <a:gd name="connsiteX21" fmla="*/ 25280 w 176667"/>
                  <a:gd name="connsiteY21" fmla="*/ 155984 h 226656"/>
                  <a:gd name="connsiteX22" fmla="*/ 81191 w 176667"/>
                  <a:gd name="connsiteY22" fmla="*/ 169986 h 226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6667" h="226656">
                    <a:moveTo>
                      <a:pt x="81382" y="169891"/>
                    </a:moveTo>
                    <a:cubicBezTo>
                      <a:pt x="84335" y="168462"/>
                      <a:pt x="85287" y="165700"/>
                      <a:pt x="83382" y="162747"/>
                    </a:cubicBezTo>
                    <a:cubicBezTo>
                      <a:pt x="82049" y="160747"/>
                      <a:pt x="78715" y="155699"/>
                      <a:pt x="77286" y="153603"/>
                    </a:cubicBezTo>
                    <a:cubicBezTo>
                      <a:pt x="75381" y="150650"/>
                      <a:pt x="74333" y="150174"/>
                      <a:pt x="70523" y="150079"/>
                    </a:cubicBezTo>
                    <a:cubicBezTo>
                      <a:pt x="62237" y="149793"/>
                      <a:pt x="53855" y="146840"/>
                      <a:pt x="45282" y="139030"/>
                    </a:cubicBezTo>
                    <a:cubicBezTo>
                      <a:pt x="20422" y="116456"/>
                      <a:pt x="15088" y="77594"/>
                      <a:pt x="42234" y="47780"/>
                    </a:cubicBezTo>
                    <a:cubicBezTo>
                      <a:pt x="66237" y="21396"/>
                      <a:pt x="95574" y="21491"/>
                      <a:pt x="117196" y="41113"/>
                    </a:cubicBezTo>
                    <a:cubicBezTo>
                      <a:pt x="145580" y="66926"/>
                      <a:pt x="158058" y="101216"/>
                      <a:pt x="141104" y="119885"/>
                    </a:cubicBezTo>
                    <a:cubicBezTo>
                      <a:pt x="131769" y="130172"/>
                      <a:pt x="116243" y="130172"/>
                      <a:pt x="108052" y="118170"/>
                    </a:cubicBezTo>
                    <a:cubicBezTo>
                      <a:pt x="98241" y="103883"/>
                      <a:pt x="90050" y="85880"/>
                      <a:pt x="81001" y="77689"/>
                    </a:cubicBezTo>
                    <a:cubicBezTo>
                      <a:pt x="72905" y="70355"/>
                      <a:pt x="62332" y="68545"/>
                      <a:pt x="54140" y="77498"/>
                    </a:cubicBezTo>
                    <a:cubicBezTo>
                      <a:pt x="44615" y="87976"/>
                      <a:pt x="47759" y="106359"/>
                      <a:pt x="62332" y="119599"/>
                    </a:cubicBezTo>
                    <a:cubicBezTo>
                      <a:pt x="71571" y="128076"/>
                      <a:pt x="80715" y="130648"/>
                      <a:pt x="80715" y="130648"/>
                    </a:cubicBezTo>
                    <a:cubicBezTo>
                      <a:pt x="80715" y="130648"/>
                      <a:pt x="116529" y="182940"/>
                      <a:pt x="122816" y="192084"/>
                    </a:cubicBezTo>
                    <a:cubicBezTo>
                      <a:pt x="135293" y="210277"/>
                      <a:pt x="157677" y="224850"/>
                      <a:pt x="159963" y="226374"/>
                    </a:cubicBezTo>
                    <a:cubicBezTo>
                      <a:pt x="161297" y="227231"/>
                      <a:pt x="162916" y="225993"/>
                      <a:pt x="162630" y="224564"/>
                    </a:cubicBezTo>
                    <a:cubicBezTo>
                      <a:pt x="162249" y="222469"/>
                      <a:pt x="158153" y="195799"/>
                      <a:pt x="146533" y="177511"/>
                    </a:cubicBezTo>
                    <a:cubicBezTo>
                      <a:pt x="143294" y="172367"/>
                      <a:pt x="125768" y="145983"/>
                      <a:pt x="125768" y="145983"/>
                    </a:cubicBezTo>
                    <a:cubicBezTo>
                      <a:pt x="135389" y="148460"/>
                      <a:pt x="150248" y="143697"/>
                      <a:pt x="159868" y="133124"/>
                    </a:cubicBezTo>
                    <a:cubicBezTo>
                      <a:pt x="188633" y="101501"/>
                      <a:pt x="179299" y="53781"/>
                      <a:pt x="140723" y="18729"/>
                    </a:cubicBezTo>
                    <a:cubicBezTo>
                      <a:pt x="111576" y="-7846"/>
                      <a:pt x="61856" y="-7846"/>
                      <a:pt x="27756" y="29778"/>
                    </a:cubicBezTo>
                    <a:cubicBezTo>
                      <a:pt x="-14725" y="76546"/>
                      <a:pt x="-2629" y="130553"/>
                      <a:pt x="25280" y="155984"/>
                    </a:cubicBezTo>
                    <a:cubicBezTo>
                      <a:pt x="42234" y="171415"/>
                      <a:pt x="63094" y="178654"/>
                      <a:pt x="81191" y="1699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7B6CA53-8473-0367-E44A-53EE36FD98AE}"/>
              </a:ext>
            </a:extLst>
          </p:cNvPr>
          <p:cNvGrpSpPr/>
          <p:nvPr/>
        </p:nvGrpSpPr>
        <p:grpSpPr>
          <a:xfrm>
            <a:off x="8453146" y="1988953"/>
            <a:ext cx="995374" cy="995373"/>
            <a:chOff x="935362" y="1892028"/>
            <a:chExt cx="995374" cy="995373"/>
          </a:xfrm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B127B51A-2326-E6B4-BA7A-74537809675B}"/>
                </a:ext>
              </a:extLst>
            </p:cNvPr>
            <p:cNvSpPr/>
            <p:nvPr/>
          </p:nvSpPr>
          <p:spPr>
            <a:xfrm rot="18900000">
              <a:off x="935362" y="1892028"/>
              <a:ext cx="995374" cy="995373"/>
            </a:xfrm>
            <a:custGeom>
              <a:avLst/>
              <a:gdLst>
                <a:gd name="connsiteX0" fmla="*/ 904885 w 904885"/>
                <a:gd name="connsiteY0" fmla="*/ 452443 h 904885"/>
                <a:gd name="connsiteX1" fmla="*/ 452443 w 904885"/>
                <a:gd name="connsiteY1" fmla="*/ 904885 h 904885"/>
                <a:gd name="connsiteX2" fmla="*/ 0 w 904885"/>
                <a:gd name="connsiteY2" fmla="*/ 452443 h 904885"/>
                <a:gd name="connsiteX3" fmla="*/ 452443 w 904885"/>
                <a:gd name="connsiteY3" fmla="*/ 0 h 904885"/>
                <a:gd name="connsiteX4" fmla="*/ 904885 w 904885"/>
                <a:gd name="connsiteY4" fmla="*/ 452443 h 904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885" h="904885">
                  <a:moveTo>
                    <a:pt x="904885" y="452443"/>
                  </a:moveTo>
                  <a:cubicBezTo>
                    <a:pt x="904885" y="702320"/>
                    <a:pt x="702320" y="904885"/>
                    <a:pt x="452443" y="904885"/>
                  </a:cubicBezTo>
                  <a:cubicBezTo>
                    <a:pt x="202565" y="904885"/>
                    <a:pt x="0" y="702320"/>
                    <a:pt x="0" y="452443"/>
                  </a:cubicBezTo>
                  <a:cubicBezTo>
                    <a:pt x="0" y="202565"/>
                    <a:pt x="202565" y="0"/>
                    <a:pt x="452443" y="0"/>
                  </a:cubicBezTo>
                  <a:cubicBezTo>
                    <a:pt x="702320" y="0"/>
                    <a:pt x="904885" y="202565"/>
                    <a:pt x="904885" y="452443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138" name="Graphic 3567">
              <a:extLst>
                <a:ext uri="{FF2B5EF4-FFF2-40B4-BE49-F238E27FC236}">
                  <a16:creationId xmlns:a16="http://schemas.microsoft.com/office/drawing/2014/main" id="{6E0DAEEE-1C83-36F2-29EA-49CB5CDFDD21}"/>
                </a:ext>
              </a:extLst>
            </p:cNvPr>
            <p:cNvGrpSpPr/>
            <p:nvPr/>
          </p:nvGrpSpPr>
          <p:grpSpPr>
            <a:xfrm>
              <a:off x="1081358" y="2038023"/>
              <a:ext cx="703382" cy="703382"/>
              <a:chOff x="6168189" y="4596522"/>
              <a:chExt cx="703382" cy="703382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78E6616-6811-3D1D-40F4-78956667BD04}"/>
                  </a:ext>
                </a:extLst>
              </p:cNvPr>
              <p:cNvSpPr/>
              <p:nvPr/>
            </p:nvSpPr>
            <p:spPr>
              <a:xfrm>
                <a:off x="6244349" y="4628527"/>
                <a:ext cx="581466" cy="581466"/>
              </a:xfrm>
              <a:custGeom>
                <a:avLst/>
                <a:gdLst>
                  <a:gd name="connsiteX0" fmla="*/ 565291 w 581466"/>
                  <a:gd name="connsiteY0" fmla="*/ 195340 h 581466"/>
                  <a:gd name="connsiteX1" fmla="*/ 195340 w 581466"/>
                  <a:gd name="connsiteY1" fmla="*/ 16175 h 581466"/>
                  <a:gd name="connsiteX2" fmla="*/ 16175 w 581466"/>
                  <a:gd name="connsiteY2" fmla="*/ 386126 h 581466"/>
                  <a:gd name="connsiteX3" fmla="*/ 386126 w 581466"/>
                  <a:gd name="connsiteY3" fmla="*/ 565291 h 581466"/>
                  <a:gd name="connsiteX4" fmla="*/ 565291 w 581466"/>
                  <a:gd name="connsiteY4" fmla="*/ 195340 h 581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466" h="581466">
                    <a:moveTo>
                      <a:pt x="565291" y="195340"/>
                    </a:moveTo>
                    <a:cubicBezTo>
                      <a:pt x="512618" y="43702"/>
                      <a:pt x="346978" y="-36498"/>
                      <a:pt x="195340" y="16175"/>
                    </a:cubicBezTo>
                    <a:cubicBezTo>
                      <a:pt x="43702" y="68848"/>
                      <a:pt x="-36498" y="234488"/>
                      <a:pt x="16175" y="386126"/>
                    </a:cubicBezTo>
                    <a:cubicBezTo>
                      <a:pt x="68848" y="537764"/>
                      <a:pt x="234488" y="617965"/>
                      <a:pt x="386126" y="565291"/>
                    </a:cubicBezTo>
                    <a:cubicBezTo>
                      <a:pt x="537764" y="512618"/>
                      <a:pt x="617965" y="346978"/>
                      <a:pt x="565291" y="19534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A497B"/>
                  </a:gs>
                  <a:gs pos="27500">
                    <a:srgbClr val="3B6395"/>
                  </a:gs>
                  <a:gs pos="55000">
                    <a:srgbClr val="4D7EB0"/>
                  </a:gs>
                  <a:gs pos="100000">
                    <a:srgbClr val="2A497B"/>
                  </a:gs>
                </a:gsLst>
                <a:lin ang="2921112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A4FC672-7991-DF45-EF26-40BD745D9DB0}"/>
                  </a:ext>
                </a:extLst>
              </p:cNvPr>
              <p:cNvSpPr/>
              <p:nvPr/>
            </p:nvSpPr>
            <p:spPr>
              <a:xfrm rot="-4571400">
                <a:off x="6229178" y="4657511"/>
                <a:ext cx="581406" cy="581406"/>
              </a:xfrm>
              <a:custGeom>
                <a:avLst/>
                <a:gdLst>
                  <a:gd name="connsiteX0" fmla="*/ 581406 w 581406"/>
                  <a:gd name="connsiteY0" fmla="*/ 290703 h 581406"/>
                  <a:gd name="connsiteX1" fmla="*/ 290703 w 581406"/>
                  <a:gd name="connsiteY1" fmla="*/ 581406 h 581406"/>
                  <a:gd name="connsiteX2" fmla="*/ 0 w 581406"/>
                  <a:gd name="connsiteY2" fmla="*/ 290703 h 581406"/>
                  <a:gd name="connsiteX3" fmla="*/ 290703 w 581406"/>
                  <a:gd name="connsiteY3" fmla="*/ 0 h 581406"/>
                  <a:gd name="connsiteX4" fmla="*/ 581406 w 581406"/>
                  <a:gd name="connsiteY4" fmla="*/ 290703 h 581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406" h="581406">
                    <a:moveTo>
                      <a:pt x="581406" y="290703"/>
                    </a:moveTo>
                    <a:cubicBezTo>
                      <a:pt x="581406" y="451254"/>
                      <a:pt x="451254" y="581406"/>
                      <a:pt x="290703" y="581406"/>
                    </a:cubicBezTo>
                    <a:cubicBezTo>
                      <a:pt x="130152" y="581406"/>
                      <a:pt x="0" y="451254"/>
                      <a:pt x="0" y="290703"/>
                    </a:cubicBezTo>
                    <a:cubicBezTo>
                      <a:pt x="0" y="130152"/>
                      <a:pt x="130152" y="0"/>
                      <a:pt x="290703" y="0"/>
                    </a:cubicBezTo>
                    <a:cubicBezTo>
                      <a:pt x="451254" y="0"/>
                      <a:pt x="581406" y="130152"/>
                      <a:pt x="581406" y="2907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7AC0EF"/>
                  </a:gs>
                  <a:gs pos="50000">
                    <a:srgbClr val="5F9CD2"/>
                  </a:gs>
                  <a:gs pos="100000">
                    <a:srgbClr val="4479B5"/>
                  </a:gs>
                </a:gsLst>
                <a:lin ang="7153908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361E0AD3-64C5-B8E2-912B-499C11C6C562}"/>
                  </a:ext>
                </a:extLst>
              </p:cNvPr>
              <p:cNvSpPr/>
              <p:nvPr/>
            </p:nvSpPr>
            <p:spPr>
              <a:xfrm rot="-425399">
                <a:off x="6254712" y="4683065"/>
                <a:ext cx="530351" cy="530351"/>
              </a:xfrm>
              <a:custGeom>
                <a:avLst/>
                <a:gdLst>
                  <a:gd name="connsiteX0" fmla="*/ 530352 w 530351"/>
                  <a:gd name="connsiteY0" fmla="*/ 265176 h 530351"/>
                  <a:gd name="connsiteX1" fmla="*/ 265176 w 530351"/>
                  <a:gd name="connsiteY1" fmla="*/ 530352 h 530351"/>
                  <a:gd name="connsiteX2" fmla="*/ 0 w 530351"/>
                  <a:gd name="connsiteY2" fmla="*/ 265176 h 530351"/>
                  <a:gd name="connsiteX3" fmla="*/ 265176 w 530351"/>
                  <a:gd name="connsiteY3" fmla="*/ 0 h 530351"/>
                  <a:gd name="connsiteX4" fmla="*/ 530352 w 530351"/>
                  <a:gd name="connsiteY4" fmla="*/ 265176 h 53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351" h="530351">
                    <a:moveTo>
                      <a:pt x="530352" y="265176"/>
                    </a:moveTo>
                    <a:cubicBezTo>
                      <a:pt x="530352" y="411628"/>
                      <a:pt x="411628" y="530352"/>
                      <a:pt x="265176" y="530352"/>
                    </a:cubicBezTo>
                    <a:cubicBezTo>
                      <a:pt x="118723" y="530352"/>
                      <a:pt x="0" y="411628"/>
                      <a:pt x="0" y="265176"/>
                    </a:cubicBezTo>
                    <a:cubicBezTo>
                      <a:pt x="0" y="118723"/>
                      <a:pt x="118723" y="0"/>
                      <a:pt x="265176" y="0"/>
                    </a:cubicBezTo>
                    <a:cubicBezTo>
                      <a:pt x="411628" y="0"/>
                      <a:pt x="530352" y="118723"/>
                      <a:pt x="530352" y="265176"/>
                    </a:cubicBezTo>
                    <a:close/>
                  </a:path>
                </a:pathLst>
              </a:custGeom>
              <a:noFill/>
              <a:ln w="390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472B8141-C616-C637-72AD-6FE33FF9EE32}"/>
                  </a:ext>
                </a:extLst>
              </p:cNvPr>
              <p:cNvSpPr/>
              <p:nvPr/>
            </p:nvSpPr>
            <p:spPr>
              <a:xfrm>
                <a:off x="6372487" y="4803198"/>
                <a:ext cx="271132" cy="296351"/>
              </a:xfrm>
              <a:custGeom>
                <a:avLst/>
                <a:gdLst>
                  <a:gd name="connsiteX0" fmla="*/ 44819 w 271132"/>
                  <a:gd name="connsiteY0" fmla="*/ 290703 h 296351"/>
                  <a:gd name="connsiteX1" fmla="*/ 142736 w 271132"/>
                  <a:gd name="connsiteY1" fmla="*/ 287750 h 296351"/>
                  <a:gd name="connsiteX2" fmla="*/ 251892 w 271132"/>
                  <a:gd name="connsiteY2" fmla="*/ 60198 h 296351"/>
                  <a:gd name="connsiteX3" fmla="*/ 271133 w 271132"/>
                  <a:gd name="connsiteY3" fmla="*/ 20479 h 296351"/>
                  <a:gd name="connsiteX4" fmla="*/ 240653 w 271132"/>
                  <a:gd name="connsiteY4" fmla="*/ 40577 h 296351"/>
                  <a:gd name="connsiteX5" fmla="*/ 255797 w 271132"/>
                  <a:gd name="connsiteY5" fmla="*/ 0 h 296351"/>
                  <a:gd name="connsiteX6" fmla="*/ 223412 w 271132"/>
                  <a:gd name="connsiteY6" fmla="*/ 26194 h 296351"/>
                  <a:gd name="connsiteX7" fmla="*/ 174835 w 271132"/>
                  <a:gd name="connsiteY7" fmla="*/ 21717 h 296351"/>
                  <a:gd name="connsiteX8" fmla="*/ 141402 w 271132"/>
                  <a:gd name="connsiteY8" fmla="*/ 111823 h 296351"/>
                  <a:gd name="connsiteX9" fmla="*/ 1385 w 271132"/>
                  <a:gd name="connsiteY9" fmla="*/ 90106 h 296351"/>
                  <a:gd name="connsiteX10" fmla="*/ 44819 w 271132"/>
                  <a:gd name="connsiteY10" fmla="*/ 162020 h 296351"/>
                  <a:gd name="connsiteX11" fmla="*/ 16053 w 271132"/>
                  <a:gd name="connsiteY11" fmla="*/ 163354 h 296351"/>
                  <a:gd name="connsiteX12" fmla="*/ 81680 w 271132"/>
                  <a:gd name="connsiteY12" fmla="*/ 206026 h 296351"/>
                  <a:gd name="connsiteX13" fmla="*/ 55677 w 271132"/>
                  <a:gd name="connsiteY13" fmla="*/ 215646 h 296351"/>
                  <a:gd name="connsiteX14" fmla="*/ 123400 w 271132"/>
                  <a:gd name="connsiteY14" fmla="*/ 238315 h 296351"/>
                  <a:gd name="connsiteX15" fmla="*/ 44914 w 271132"/>
                  <a:gd name="connsiteY15" fmla="*/ 290608 h 296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71132" h="296351">
                    <a:moveTo>
                      <a:pt x="44819" y="290703"/>
                    </a:moveTo>
                    <a:cubicBezTo>
                      <a:pt x="76061" y="298799"/>
                      <a:pt x="109779" y="298514"/>
                      <a:pt x="142736" y="287750"/>
                    </a:cubicBezTo>
                    <a:cubicBezTo>
                      <a:pt x="250940" y="252413"/>
                      <a:pt x="282277" y="141065"/>
                      <a:pt x="251892" y="60198"/>
                    </a:cubicBezTo>
                    <a:cubicBezTo>
                      <a:pt x="260560" y="48292"/>
                      <a:pt x="267132" y="34766"/>
                      <a:pt x="271133" y="20479"/>
                    </a:cubicBezTo>
                    <a:cubicBezTo>
                      <a:pt x="262179" y="28575"/>
                      <a:pt x="251987" y="35338"/>
                      <a:pt x="240653" y="40577"/>
                    </a:cubicBezTo>
                    <a:cubicBezTo>
                      <a:pt x="250368" y="29432"/>
                      <a:pt x="255893" y="15050"/>
                      <a:pt x="255797" y="0"/>
                    </a:cubicBezTo>
                    <a:cubicBezTo>
                      <a:pt x="246749" y="10382"/>
                      <a:pt x="235795" y="19336"/>
                      <a:pt x="223412" y="26194"/>
                    </a:cubicBezTo>
                    <a:cubicBezTo>
                      <a:pt x="209030" y="18288"/>
                      <a:pt x="191599" y="16193"/>
                      <a:pt x="174835" y="21717"/>
                    </a:cubicBezTo>
                    <a:cubicBezTo>
                      <a:pt x="137211" y="34004"/>
                      <a:pt x="121019" y="78105"/>
                      <a:pt x="141402" y="111823"/>
                    </a:cubicBezTo>
                    <a:cubicBezTo>
                      <a:pt x="92158" y="125254"/>
                      <a:pt x="41580" y="116015"/>
                      <a:pt x="1385" y="90106"/>
                    </a:cubicBezTo>
                    <a:cubicBezTo>
                      <a:pt x="-5378" y="121348"/>
                      <a:pt x="13196" y="153162"/>
                      <a:pt x="44819" y="162020"/>
                    </a:cubicBezTo>
                    <a:cubicBezTo>
                      <a:pt x="35198" y="164878"/>
                      <a:pt x="25292" y="165164"/>
                      <a:pt x="16053" y="163354"/>
                    </a:cubicBezTo>
                    <a:cubicBezTo>
                      <a:pt x="24245" y="190595"/>
                      <a:pt x="51867" y="209550"/>
                      <a:pt x="81680" y="206026"/>
                    </a:cubicBezTo>
                    <a:cubicBezTo>
                      <a:pt x="74156" y="210979"/>
                      <a:pt x="65393" y="214408"/>
                      <a:pt x="55677" y="215646"/>
                    </a:cubicBezTo>
                    <a:cubicBezTo>
                      <a:pt x="70631" y="236411"/>
                      <a:pt x="97682" y="246221"/>
                      <a:pt x="123400" y="238315"/>
                    </a:cubicBezTo>
                    <a:cubicBezTo>
                      <a:pt x="105207" y="265557"/>
                      <a:pt x="77108" y="284226"/>
                      <a:pt x="44914" y="2906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7A8C68D-8E8D-FE1F-F8FB-791DFF16055D}"/>
              </a:ext>
            </a:extLst>
          </p:cNvPr>
          <p:cNvGrpSpPr/>
          <p:nvPr/>
        </p:nvGrpSpPr>
        <p:grpSpPr>
          <a:xfrm>
            <a:off x="9312314" y="638927"/>
            <a:ext cx="1007088" cy="1007088"/>
            <a:chOff x="1794530" y="542002"/>
            <a:chExt cx="1007088" cy="1007088"/>
          </a:xfrm>
        </p:grpSpPr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CEBC079-F5A9-AAAF-577A-6C498DA2990D}"/>
                </a:ext>
              </a:extLst>
            </p:cNvPr>
            <p:cNvSpPr/>
            <p:nvPr/>
          </p:nvSpPr>
          <p:spPr>
            <a:xfrm rot="16980888">
              <a:off x="1794530" y="542002"/>
              <a:ext cx="1007088" cy="1007088"/>
            </a:xfrm>
            <a:custGeom>
              <a:avLst/>
              <a:gdLst>
                <a:gd name="connsiteX0" fmla="*/ 904883 w 904882"/>
                <a:gd name="connsiteY0" fmla="*/ 452442 h 904882"/>
                <a:gd name="connsiteX1" fmla="*/ 452441 w 904882"/>
                <a:gd name="connsiteY1" fmla="*/ 904883 h 904882"/>
                <a:gd name="connsiteX2" fmla="*/ 0 w 904882"/>
                <a:gd name="connsiteY2" fmla="*/ 452442 h 904882"/>
                <a:gd name="connsiteX3" fmla="*/ 452441 w 904882"/>
                <a:gd name="connsiteY3" fmla="*/ 0 h 904882"/>
                <a:gd name="connsiteX4" fmla="*/ 904883 w 904882"/>
                <a:gd name="connsiteY4" fmla="*/ 452442 h 90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882" h="904882">
                  <a:moveTo>
                    <a:pt x="904883" y="452442"/>
                  </a:moveTo>
                  <a:cubicBezTo>
                    <a:pt x="904883" y="702318"/>
                    <a:pt x="702318" y="904883"/>
                    <a:pt x="452441" y="904883"/>
                  </a:cubicBezTo>
                  <a:cubicBezTo>
                    <a:pt x="202565" y="904883"/>
                    <a:pt x="0" y="702318"/>
                    <a:pt x="0" y="452442"/>
                  </a:cubicBezTo>
                  <a:cubicBezTo>
                    <a:pt x="0" y="202565"/>
                    <a:pt x="202565" y="0"/>
                    <a:pt x="452441" y="0"/>
                  </a:cubicBezTo>
                  <a:cubicBezTo>
                    <a:pt x="702318" y="0"/>
                    <a:pt x="904883" y="202565"/>
                    <a:pt x="904883" y="45244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132" name="Graphic 3567">
              <a:extLst>
                <a:ext uri="{FF2B5EF4-FFF2-40B4-BE49-F238E27FC236}">
                  <a16:creationId xmlns:a16="http://schemas.microsoft.com/office/drawing/2014/main" id="{B2E2C9BA-93AA-637C-8675-87A472C2D7FD}"/>
                </a:ext>
              </a:extLst>
            </p:cNvPr>
            <p:cNvGrpSpPr/>
            <p:nvPr/>
          </p:nvGrpSpPr>
          <p:grpSpPr>
            <a:xfrm>
              <a:off x="1978290" y="707784"/>
              <a:ext cx="639843" cy="639843"/>
              <a:chOff x="6205113" y="3862837"/>
              <a:chExt cx="639843" cy="639843"/>
            </a:xfrm>
          </p:grpSpPr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97205F54-6088-E0E4-0D2D-E6176F4F5489}"/>
                  </a:ext>
                </a:extLst>
              </p:cNvPr>
              <p:cNvSpPr/>
              <p:nvPr/>
            </p:nvSpPr>
            <p:spPr>
              <a:xfrm rot="-2700000">
                <a:off x="6298816" y="3956540"/>
                <a:ext cx="452437" cy="452437"/>
              </a:xfrm>
              <a:custGeom>
                <a:avLst/>
                <a:gdLst>
                  <a:gd name="connsiteX0" fmla="*/ 452438 w 452437"/>
                  <a:gd name="connsiteY0" fmla="*/ 226219 h 452437"/>
                  <a:gd name="connsiteX1" fmla="*/ 226219 w 452437"/>
                  <a:gd name="connsiteY1" fmla="*/ 452438 h 452437"/>
                  <a:gd name="connsiteX2" fmla="*/ 0 w 452437"/>
                  <a:gd name="connsiteY2" fmla="*/ 226219 h 452437"/>
                  <a:gd name="connsiteX3" fmla="*/ 226219 w 452437"/>
                  <a:gd name="connsiteY3" fmla="*/ 0 h 452437"/>
                  <a:gd name="connsiteX4" fmla="*/ 452438 w 452437"/>
                  <a:gd name="connsiteY4" fmla="*/ 226219 h 45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2437" h="452437">
                    <a:moveTo>
                      <a:pt x="452438" y="226219"/>
                    </a:moveTo>
                    <a:cubicBezTo>
                      <a:pt x="452438" y="351156"/>
                      <a:pt x="351156" y="452438"/>
                      <a:pt x="226219" y="452438"/>
                    </a:cubicBezTo>
                    <a:cubicBezTo>
                      <a:pt x="101282" y="452438"/>
                      <a:pt x="0" y="351156"/>
                      <a:pt x="0" y="226219"/>
                    </a:cubicBezTo>
                    <a:cubicBezTo>
                      <a:pt x="0" y="101282"/>
                      <a:pt x="101282" y="0"/>
                      <a:pt x="226219" y="0"/>
                    </a:cubicBezTo>
                    <a:cubicBezTo>
                      <a:pt x="351156" y="0"/>
                      <a:pt x="452438" y="101282"/>
                      <a:pt x="452438" y="2262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121723"/>
                  </a:gs>
                  <a:gs pos="48000">
                    <a:srgbClr val="1D314B"/>
                  </a:gs>
                  <a:gs pos="100000">
                    <a:srgbClr val="142133"/>
                  </a:gs>
                </a:gsLst>
                <a:lin ang="442681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703FF719-C3EE-AF89-6AE8-13EA7AA11E95}"/>
                  </a:ext>
                </a:extLst>
              </p:cNvPr>
              <p:cNvSpPr/>
              <p:nvPr/>
            </p:nvSpPr>
            <p:spPr>
              <a:xfrm rot="-4914001">
                <a:off x="6285730" y="3934679"/>
                <a:ext cx="452437" cy="452437"/>
              </a:xfrm>
              <a:custGeom>
                <a:avLst/>
                <a:gdLst>
                  <a:gd name="connsiteX0" fmla="*/ 452438 w 452437"/>
                  <a:gd name="connsiteY0" fmla="*/ 226219 h 452437"/>
                  <a:gd name="connsiteX1" fmla="*/ 226219 w 452437"/>
                  <a:gd name="connsiteY1" fmla="*/ 452438 h 452437"/>
                  <a:gd name="connsiteX2" fmla="*/ 0 w 452437"/>
                  <a:gd name="connsiteY2" fmla="*/ 226219 h 452437"/>
                  <a:gd name="connsiteX3" fmla="*/ 226219 w 452437"/>
                  <a:gd name="connsiteY3" fmla="*/ 0 h 452437"/>
                  <a:gd name="connsiteX4" fmla="*/ 452438 w 452437"/>
                  <a:gd name="connsiteY4" fmla="*/ 226219 h 45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2437" h="452437">
                    <a:moveTo>
                      <a:pt x="452438" y="226219"/>
                    </a:moveTo>
                    <a:cubicBezTo>
                      <a:pt x="452438" y="351156"/>
                      <a:pt x="351156" y="452438"/>
                      <a:pt x="226219" y="452438"/>
                    </a:cubicBezTo>
                    <a:cubicBezTo>
                      <a:pt x="101282" y="452438"/>
                      <a:pt x="0" y="351156"/>
                      <a:pt x="0" y="226219"/>
                    </a:cubicBezTo>
                    <a:cubicBezTo>
                      <a:pt x="0" y="101282"/>
                      <a:pt x="101282" y="0"/>
                      <a:pt x="226219" y="0"/>
                    </a:cubicBezTo>
                    <a:cubicBezTo>
                      <a:pt x="351156" y="0"/>
                      <a:pt x="452438" y="101282"/>
                      <a:pt x="452438" y="2262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264063"/>
                  </a:gs>
                  <a:gs pos="49000">
                    <a:srgbClr val="264063"/>
                  </a:gs>
                  <a:gs pos="100000">
                    <a:srgbClr val="375E99"/>
                  </a:gs>
                </a:gsLst>
                <a:lin ang="2655501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36A82F1F-056E-943C-67EE-4F72543772C1}"/>
                  </a:ext>
                </a:extLst>
              </p:cNvPr>
              <p:cNvSpPr/>
              <p:nvPr/>
            </p:nvSpPr>
            <p:spPr>
              <a:xfrm rot="-3312601">
                <a:off x="6305567" y="3954506"/>
                <a:ext cx="412813" cy="412813"/>
              </a:xfrm>
              <a:custGeom>
                <a:avLst/>
                <a:gdLst>
                  <a:gd name="connsiteX0" fmla="*/ 412814 w 412813"/>
                  <a:gd name="connsiteY0" fmla="*/ 206407 h 412813"/>
                  <a:gd name="connsiteX1" fmla="*/ 206407 w 412813"/>
                  <a:gd name="connsiteY1" fmla="*/ 412814 h 412813"/>
                  <a:gd name="connsiteX2" fmla="*/ 0 w 412813"/>
                  <a:gd name="connsiteY2" fmla="*/ 206407 h 412813"/>
                  <a:gd name="connsiteX3" fmla="*/ 206407 w 412813"/>
                  <a:gd name="connsiteY3" fmla="*/ 0 h 412813"/>
                  <a:gd name="connsiteX4" fmla="*/ 412814 w 412813"/>
                  <a:gd name="connsiteY4" fmla="*/ 206407 h 41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2813" h="412813">
                    <a:moveTo>
                      <a:pt x="412814" y="206407"/>
                    </a:moveTo>
                    <a:cubicBezTo>
                      <a:pt x="412814" y="320402"/>
                      <a:pt x="320402" y="412814"/>
                      <a:pt x="206407" y="412814"/>
                    </a:cubicBezTo>
                    <a:cubicBezTo>
                      <a:pt x="92411" y="412814"/>
                      <a:pt x="0" y="320402"/>
                      <a:pt x="0" y="206407"/>
                    </a:cubicBezTo>
                    <a:cubicBezTo>
                      <a:pt x="0" y="92411"/>
                      <a:pt x="92411" y="0"/>
                      <a:pt x="206407" y="0"/>
                    </a:cubicBezTo>
                    <a:cubicBezTo>
                      <a:pt x="320402" y="0"/>
                      <a:pt x="412814" y="92411"/>
                      <a:pt x="412814" y="206407"/>
                    </a:cubicBezTo>
                    <a:close/>
                  </a:path>
                </a:pathLst>
              </a:custGeom>
              <a:noFill/>
              <a:ln w="304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0B885DA-5FBA-B34D-4536-066B05D49A70}"/>
                  </a:ext>
                </a:extLst>
              </p:cNvPr>
              <p:cNvSpPr/>
              <p:nvPr/>
            </p:nvSpPr>
            <p:spPr>
              <a:xfrm>
                <a:off x="6465216" y="4070933"/>
                <a:ext cx="114871" cy="181338"/>
              </a:xfrm>
              <a:custGeom>
                <a:avLst/>
                <a:gdLst>
                  <a:gd name="connsiteX0" fmla="*/ 0 w 114871"/>
                  <a:gd name="connsiteY0" fmla="*/ 171052 h 181338"/>
                  <a:gd name="connsiteX1" fmla="*/ 36100 w 114871"/>
                  <a:gd name="connsiteY1" fmla="*/ 181339 h 181338"/>
                  <a:gd name="connsiteX2" fmla="*/ 61817 w 114871"/>
                  <a:gd name="connsiteY2" fmla="*/ 90947 h 181338"/>
                  <a:gd name="connsiteX3" fmla="*/ 86963 w 114871"/>
                  <a:gd name="connsiteY3" fmla="*/ 98090 h 181338"/>
                  <a:gd name="connsiteX4" fmla="*/ 98298 w 114871"/>
                  <a:gd name="connsiteY4" fmla="*/ 68563 h 181338"/>
                  <a:gd name="connsiteX5" fmla="*/ 70390 w 114871"/>
                  <a:gd name="connsiteY5" fmla="*/ 60657 h 181338"/>
                  <a:gd name="connsiteX6" fmla="*/ 75247 w 114871"/>
                  <a:gd name="connsiteY6" fmla="*/ 43417 h 181338"/>
                  <a:gd name="connsiteX7" fmla="*/ 86392 w 114871"/>
                  <a:gd name="connsiteY7" fmla="*/ 35797 h 181338"/>
                  <a:gd name="connsiteX8" fmla="*/ 105918 w 114871"/>
                  <a:gd name="connsiteY8" fmla="*/ 41321 h 181338"/>
                  <a:gd name="connsiteX9" fmla="*/ 114871 w 114871"/>
                  <a:gd name="connsiteY9" fmla="*/ 9889 h 181338"/>
                  <a:gd name="connsiteX10" fmla="*/ 89916 w 114871"/>
                  <a:gd name="connsiteY10" fmla="*/ 2745 h 181338"/>
                  <a:gd name="connsiteX11" fmla="*/ 41148 w 114871"/>
                  <a:gd name="connsiteY11" fmla="*/ 26177 h 181338"/>
                  <a:gd name="connsiteX12" fmla="*/ 34290 w 114871"/>
                  <a:gd name="connsiteY12" fmla="*/ 50275 h 181338"/>
                  <a:gd name="connsiteX13" fmla="*/ 15526 w 114871"/>
                  <a:gd name="connsiteY13" fmla="*/ 44941 h 181338"/>
                  <a:gd name="connsiteX14" fmla="*/ 6858 w 114871"/>
                  <a:gd name="connsiteY14" fmla="*/ 75611 h 181338"/>
                  <a:gd name="connsiteX15" fmla="*/ 25622 w 114871"/>
                  <a:gd name="connsiteY15" fmla="*/ 80945 h 181338"/>
                  <a:gd name="connsiteX16" fmla="*/ 0 w 114871"/>
                  <a:gd name="connsiteY16" fmla="*/ 170956 h 18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4871" h="181338">
                    <a:moveTo>
                      <a:pt x="0" y="171052"/>
                    </a:moveTo>
                    <a:lnTo>
                      <a:pt x="36100" y="181339"/>
                    </a:lnTo>
                    <a:lnTo>
                      <a:pt x="61817" y="90947"/>
                    </a:lnTo>
                    <a:lnTo>
                      <a:pt x="86963" y="98090"/>
                    </a:lnTo>
                    <a:lnTo>
                      <a:pt x="98298" y="68563"/>
                    </a:lnTo>
                    <a:lnTo>
                      <a:pt x="70390" y="60657"/>
                    </a:lnTo>
                    <a:cubicBezTo>
                      <a:pt x="70390" y="60657"/>
                      <a:pt x="73628" y="49322"/>
                      <a:pt x="75247" y="43417"/>
                    </a:cubicBezTo>
                    <a:cubicBezTo>
                      <a:pt x="77248" y="36273"/>
                      <a:pt x="79534" y="33892"/>
                      <a:pt x="86392" y="35797"/>
                    </a:cubicBezTo>
                    <a:cubicBezTo>
                      <a:pt x="91916" y="37416"/>
                      <a:pt x="105918" y="41321"/>
                      <a:pt x="105918" y="41321"/>
                    </a:cubicBezTo>
                    <a:lnTo>
                      <a:pt x="114871" y="9889"/>
                    </a:lnTo>
                    <a:cubicBezTo>
                      <a:pt x="114871" y="9889"/>
                      <a:pt x="94297" y="4079"/>
                      <a:pt x="89916" y="2745"/>
                    </a:cubicBezTo>
                    <a:cubicBezTo>
                      <a:pt x="63055" y="-4875"/>
                      <a:pt x="47530" y="3507"/>
                      <a:pt x="41148" y="26177"/>
                    </a:cubicBezTo>
                    <a:cubicBezTo>
                      <a:pt x="35528" y="45893"/>
                      <a:pt x="34290" y="50275"/>
                      <a:pt x="34290" y="50275"/>
                    </a:cubicBezTo>
                    <a:lnTo>
                      <a:pt x="15526" y="44941"/>
                    </a:lnTo>
                    <a:lnTo>
                      <a:pt x="6858" y="75611"/>
                    </a:lnTo>
                    <a:lnTo>
                      <a:pt x="25622" y="80945"/>
                    </a:lnTo>
                    <a:lnTo>
                      <a:pt x="0" y="17095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9619966-4E87-2DBE-FEC6-BA522058574F}"/>
              </a:ext>
            </a:extLst>
          </p:cNvPr>
          <p:cNvGrpSpPr/>
          <p:nvPr/>
        </p:nvGrpSpPr>
        <p:grpSpPr>
          <a:xfrm>
            <a:off x="10592972" y="1804780"/>
            <a:ext cx="807666" cy="807664"/>
            <a:chOff x="3075188" y="1707855"/>
            <a:chExt cx="807666" cy="807664"/>
          </a:xfrm>
        </p:grpSpPr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69FC3A0-8D71-EFBA-1CFC-A44FF136F592}"/>
                </a:ext>
              </a:extLst>
            </p:cNvPr>
            <p:cNvSpPr/>
            <p:nvPr/>
          </p:nvSpPr>
          <p:spPr>
            <a:xfrm rot="16988644">
              <a:off x="3075189" y="1707854"/>
              <a:ext cx="807664" cy="807666"/>
            </a:xfrm>
            <a:custGeom>
              <a:avLst/>
              <a:gdLst>
                <a:gd name="connsiteX0" fmla="*/ 904055 w 904054"/>
                <a:gd name="connsiteY0" fmla="*/ 452027 h 904054"/>
                <a:gd name="connsiteX1" fmla="*/ 452027 w 904054"/>
                <a:gd name="connsiteY1" fmla="*/ 904055 h 904054"/>
                <a:gd name="connsiteX2" fmla="*/ 0 w 904054"/>
                <a:gd name="connsiteY2" fmla="*/ 452027 h 904054"/>
                <a:gd name="connsiteX3" fmla="*/ 452027 w 904054"/>
                <a:gd name="connsiteY3" fmla="*/ 0 h 904054"/>
                <a:gd name="connsiteX4" fmla="*/ 904055 w 904054"/>
                <a:gd name="connsiteY4" fmla="*/ 452027 h 90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054" h="904054">
                  <a:moveTo>
                    <a:pt x="904055" y="452027"/>
                  </a:moveTo>
                  <a:cubicBezTo>
                    <a:pt x="904055" y="701675"/>
                    <a:pt x="701675" y="904055"/>
                    <a:pt x="452027" y="904055"/>
                  </a:cubicBezTo>
                  <a:cubicBezTo>
                    <a:pt x="202380" y="904055"/>
                    <a:pt x="0" y="701675"/>
                    <a:pt x="0" y="452027"/>
                  </a:cubicBezTo>
                  <a:cubicBezTo>
                    <a:pt x="0" y="202380"/>
                    <a:pt x="202380" y="0"/>
                    <a:pt x="452027" y="0"/>
                  </a:cubicBezTo>
                  <a:cubicBezTo>
                    <a:pt x="701675" y="0"/>
                    <a:pt x="904055" y="202380"/>
                    <a:pt x="904055" y="452027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123" name="Graphic 3567">
              <a:extLst>
                <a:ext uri="{FF2B5EF4-FFF2-40B4-BE49-F238E27FC236}">
                  <a16:creationId xmlns:a16="http://schemas.microsoft.com/office/drawing/2014/main" id="{6BE03706-E685-8A4F-F91D-221A63759E7C}"/>
                </a:ext>
              </a:extLst>
            </p:cNvPr>
            <p:cNvGrpSpPr/>
            <p:nvPr/>
          </p:nvGrpSpPr>
          <p:grpSpPr>
            <a:xfrm>
              <a:off x="3171792" y="1796585"/>
              <a:ext cx="614459" cy="630205"/>
              <a:chOff x="6984324" y="3944725"/>
              <a:chExt cx="675905" cy="693226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ECDE8D6-EA67-7ECD-CFFE-187E37C60C1F}"/>
                  </a:ext>
                </a:extLst>
              </p:cNvPr>
              <p:cNvSpPr/>
              <p:nvPr/>
            </p:nvSpPr>
            <p:spPr>
              <a:xfrm rot="-4886400">
                <a:off x="7024355" y="4016514"/>
                <a:ext cx="581406" cy="581406"/>
              </a:xfrm>
              <a:custGeom>
                <a:avLst/>
                <a:gdLst>
                  <a:gd name="connsiteX0" fmla="*/ 581406 w 581406"/>
                  <a:gd name="connsiteY0" fmla="*/ 290703 h 581406"/>
                  <a:gd name="connsiteX1" fmla="*/ 290703 w 581406"/>
                  <a:gd name="connsiteY1" fmla="*/ 581406 h 581406"/>
                  <a:gd name="connsiteX2" fmla="*/ 0 w 581406"/>
                  <a:gd name="connsiteY2" fmla="*/ 290703 h 581406"/>
                  <a:gd name="connsiteX3" fmla="*/ 290703 w 581406"/>
                  <a:gd name="connsiteY3" fmla="*/ 0 h 581406"/>
                  <a:gd name="connsiteX4" fmla="*/ 581406 w 581406"/>
                  <a:gd name="connsiteY4" fmla="*/ 290703 h 581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406" h="581406">
                    <a:moveTo>
                      <a:pt x="581406" y="290703"/>
                    </a:moveTo>
                    <a:cubicBezTo>
                      <a:pt x="581406" y="451254"/>
                      <a:pt x="451254" y="581406"/>
                      <a:pt x="290703" y="581406"/>
                    </a:cubicBezTo>
                    <a:cubicBezTo>
                      <a:pt x="130152" y="581406"/>
                      <a:pt x="0" y="451254"/>
                      <a:pt x="0" y="290703"/>
                    </a:cubicBezTo>
                    <a:cubicBezTo>
                      <a:pt x="0" y="130152"/>
                      <a:pt x="130152" y="0"/>
                      <a:pt x="290703" y="0"/>
                    </a:cubicBezTo>
                    <a:cubicBezTo>
                      <a:pt x="451254" y="0"/>
                      <a:pt x="581406" y="130152"/>
                      <a:pt x="581406" y="29070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60158F55-2A6E-4AB5-83B9-1F912DD96195}"/>
                  </a:ext>
                </a:extLst>
              </p:cNvPr>
              <p:cNvSpPr/>
              <p:nvPr/>
            </p:nvSpPr>
            <p:spPr>
              <a:xfrm rot="-430201">
                <a:off x="7037115" y="3986429"/>
                <a:ext cx="581405" cy="581405"/>
              </a:xfrm>
              <a:custGeom>
                <a:avLst/>
                <a:gdLst>
                  <a:gd name="connsiteX0" fmla="*/ 581406 w 581405"/>
                  <a:gd name="connsiteY0" fmla="*/ 290703 h 581405"/>
                  <a:gd name="connsiteX1" fmla="*/ 290703 w 581405"/>
                  <a:gd name="connsiteY1" fmla="*/ 581406 h 581405"/>
                  <a:gd name="connsiteX2" fmla="*/ 0 w 581405"/>
                  <a:gd name="connsiteY2" fmla="*/ 290703 h 581405"/>
                  <a:gd name="connsiteX3" fmla="*/ 290703 w 581405"/>
                  <a:gd name="connsiteY3" fmla="*/ 0 h 581405"/>
                  <a:gd name="connsiteX4" fmla="*/ 581406 w 581405"/>
                  <a:gd name="connsiteY4" fmla="*/ 290703 h 581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405" h="581405">
                    <a:moveTo>
                      <a:pt x="581406" y="290703"/>
                    </a:moveTo>
                    <a:cubicBezTo>
                      <a:pt x="581406" y="451254"/>
                      <a:pt x="451254" y="581406"/>
                      <a:pt x="290703" y="581406"/>
                    </a:cubicBezTo>
                    <a:cubicBezTo>
                      <a:pt x="130152" y="581406"/>
                      <a:pt x="0" y="451254"/>
                      <a:pt x="0" y="290703"/>
                    </a:cubicBezTo>
                    <a:cubicBezTo>
                      <a:pt x="0" y="130152"/>
                      <a:pt x="130152" y="0"/>
                      <a:pt x="290703" y="0"/>
                    </a:cubicBezTo>
                    <a:cubicBezTo>
                      <a:pt x="451254" y="0"/>
                      <a:pt x="581406" y="130152"/>
                      <a:pt x="581406" y="2907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EDC02D"/>
                  </a:gs>
                  <a:gs pos="50000">
                    <a:srgbClr val="A01E35"/>
                  </a:gs>
                  <a:gs pos="100000">
                    <a:srgbClr val="792E83"/>
                  </a:gs>
                </a:gsLst>
                <a:lin ang="13533339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F3AAB780-8820-9B60-3092-D3BA1641D1A1}"/>
                  </a:ext>
                </a:extLst>
              </p:cNvPr>
              <p:cNvSpPr/>
              <p:nvPr/>
            </p:nvSpPr>
            <p:spPr>
              <a:xfrm rot="-1045798">
                <a:off x="7062623" y="4011980"/>
                <a:ext cx="530352" cy="530352"/>
              </a:xfrm>
              <a:custGeom>
                <a:avLst/>
                <a:gdLst>
                  <a:gd name="connsiteX0" fmla="*/ 530352 w 530352"/>
                  <a:gd name="connsiteY0" fmla="*/ 265176 h 530352"/>
                  <a:gd name="connsiteX1" fmla="*/ 265176 w 530352"/>
                  <a:gd name="connsiteY1" fmla="*/ 530352 h 530352"/>
                  <a:gd name="connsiteX2" fmla="*/ 0 w 530352"/>
                  <a:gd name="connsiteY2" fmla="*/ 265176 h 530352"/>
                  <a:gd name="connsiteX3" fmla="*/ 265176 w 530352"/>
                  <a:gd name="connsiteY3" fmla="*/ 0 h 530352"/>
                  <a:gd name="connsiteX4" fmla="*/ 530352 w 530352"/>
                  <a:gd name="connsiteY4" fmla="*/ 265176 h 5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352" h="530352">
                    <a:moveTo>
                      <a:pt x="530352" y="265176"/>
                    </a:moveTo>
                    <a:cubicBezTo>
                      <a:pt x="530352" y="411629"/>
                      <a:pt x="411629" y="530352"/>
                      <a:pt x="265176" y="530352"/>
                    </a:cubicBezTo>
                    <a:cubicBezTo>
                      <a:pt x="118723" y="530352"/>
                      <a:pt x="0" y="411629"/>
                      <a:pt x="0" y="265176"/>
                    </a:cubicBezTo>
                    <a:cubicBezTo>
                      <a:pt x="0" y="118723"/>
                      <a:pt x="118724" y="0"/>
                      <a:pt x="265176" y="0"/>
                    </a:cubicBezTo>
                    <a:cubicBezTo>
                      <a:pt x="411629" y="0"/>
                      <a:pt x="530352" y="118723"/>
                      <a:pt x="530352" y="265176"/>
                    </a:cubicBezTo>
                    <a:close/>
                  </a:path>
                </a:pathLst>
              </a:custGeom>
              <a:noFill/>
              <a:ln w="390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grpSp>
            <p:nvGrpSpPr>
              <p:cNvPr id="127" name="Graphic 3567">
                <a:extLst>
                  <a:ext uri="{FF2B5EF4-FFF2-40B4-BE49-F238E27FC236}">
                    <a16:creationId xmlns:a16="http://schemas.microsoft.com/office/drawing/2014/main" id="{ACA82394-E018-BA62-43F2-D4DF3ADFEE6D}"/>
                  </a:ext>
                </a:extLst>
              </p:cNvPr>
              <p:cNvGrpSpPr/>
              <p:nvPr/>
            </p:nvGrpSpPr>
            <p:grpSpPr>
              <a:xfrm>
                <a:off x="7176949" y="4110660"/>
                <a:ext cx="311321" cy="311321"/>
                <a:chOff x="7176949" y="4110660"/>
                <a:chExt cx="311321" cy="311321"/>
              </a:xfrm>
              <a:solidFill>
                <a:srgbClr val="FFFFFF"/>
              </a:solidFill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C8181A42-7113-071F-F58C-FBCD8270E137}"/>
                    </a:ext>
                  </a:extLst>
                </p:cNvPr>
                <p:cNvSpPr/>
                <p:nvPr/>
              </p:nvSpPr>
              <p:spPr>
                <a:xfrm>
                  <a:off x="7176949" y="4110660"/>
                  <a:ext cx="311321" cy="311321"/>
                </a:xfrm>
                <a:custGeom>
                  <a:avLst/>
                  <a:gdLst>
                    <a:gd name="connsiteX0" fmla="*/ 103225 w 311321"/>
                    <a:gd name="connsiteY0" fmla="*/ 57696 h 311321"/>
                    <a:gd name="connsiteX1" fmla="*/ 151898 w 311321"/>
                    <a:gd name="connsiteY1" fmla="*/ 32550 h 311321"/>
                    <a:gd name="connsiteX2" fmla="*/ 176282 w 311321"/>
                    <a:gd name="connsiteY2" fmla="*/ 24835 h 311321"/>
                    <a:gd name="connsiteX3" fmla="*/ 194761 w 311321"/>
                    <a:gd name="connsiteY3" fmla="*/ 26454 h 311321"/>
                    <a:gd name="connsiteX4" fmla="*/ 211049 w 311321"/>
                    <a:gd name="connsiteY4" fmla="*/ 35408 h 311321"/>
                    <a:gd name="connsiteX5" fmla="*/ 227050 w 311321"/>
                    <a:gd name="connsiteY5" fmla="*/ 55410 h 311321"/>
                    <a:gd name="connsiteX6" fmla="*/ 253625 w 311321"/>
                    <a:gd name="connsiteY6" fmla="*/ 103321 h 311321"/>
                    <a:gd name="connsiteX7" fmla="*/ 278771 w 311321"/>
                    <a:gd name="connsiteY7" fmla="*/ 151993 h 311321"/>
                    <a:gd name="connsiteX8" fmla="*/ 286487 w 311321"/>
                    <a:gd name="connsiteY8" fmla="*/ 176378 h 311321"/>
                    <a:gd name="connsiteX9" fmla="*/ 284867 w 311321"/>
                    <a:gd name="connsiteY9" fmla="*/ 194856 h 311321"/>
                    <a:gd name="connsiteX10" fmla="*/ 275914 w 311321"/>
                    <a:gd name="connsiteY10" fmla="*/ 211144 h 311321"/>
                    <a:gd name="connsiteX11" fmla="*/ 255911 w 311321"/>
                    <a:gd name="connsiteY11" fmla="*/ 227146 h 311321"/>
                    <a:gd name="connsiteX12" fmla="*/ 208000 w 311321"/>
                    <a:gd name="connsiteY12" fmla="*/ 253720 h 311321"/>
                    <a:gd name="connsiteX13" fmla="*/ 159328 w 311321"/>
                    <a:gd name="connsiteY13" fmla="*/ 278866 h 311321"/>
                    <a:gd name="connsiteX14" fmla="*/ 134944 w 311321"/>
                    <a:gd name="connsiteY14" fmla="*/ 286582 h 311321"/>
                    <a:gd name="connsiteX15" fmla="*/ 116465 w 311321"/>
                    <a:gd name="connsiteY15" fmla="*/ 284963 h 311321"/>
                    <a:gd name="connsiteX16" fmla="*/ 100178 w 311321"/>
                    <a:gd name="connsiteY16" fmla="*/ 276009 h 311321"/>
                    <a:gd name="connsiteX17" fmla="*/ 84176 w 311321"/>
                    <a:gd name="connsiteY17" fmla="*/ 256007 h 311321"/>
                    <a:gd name="connsiteX18" fmla="*/ 57601 w 311321"/>
                    <a:gd name="connsiteY18" fmla="*/ 208096 h 311321"/>
                    <a:gd name="connsiteX19" fmla="*/ 32455 w 311321"/>
                    <a:gd name="connsiteY19" fmla="*/ 159423 h 311321"/>
                    <a:gd name="connsiteX20" fmla="*/ 24739 w 311321"/>
                    <a:gd name="connsiteY20" fmla="*/ 135039 h 311321"/>
                    <a:gd name="connsiteX21" fmla="*/ 26359 w 311321"/>
                    <a:gd name="connsiteY21" fmla="*/ 116561 h 311321"/>
                    <a:gd name="connsiteX22" fmla="*/ 35312 w 311321"/>
                    <a:gd name="connsiteY22" fmla="*/ 100273 h 311321"/>
                    <a:gd name="connsiteX23" fmla="*/ 55315 w 311321"/>
                    <a:gd name="connsiteY23" fmla="*/ 84271 h 311321"/>
                    <a:gd name="connsiteX24" fmla="*/ 103225 w 311321"/>
                    <a:gd name="connsiteY24" fmla="*/ 57696 h 311321"/>
                    <a:gd name="connsiteX25" fmla="*/ 91700 w 311321"/>
                    <a:gd name="connsiteY25" fmla="*/ 36170 h 311321"/>
                    <a:gd name="connsiteX26" fmla="*/ 42837 w 311321"/>
                    <a:gd name="connsiteY26" fmla="*/ 63221 h 311321"/>
                    <a:gd name="connsiteX27" fmla="*/ 16834 w 311321"/>
                    <a:gd name="connsiteY27" fmla="*/ 84271 h 311321"/>
                    <a:gd name="connsiteX28" fmla="*/ 3022 w 311321"/>
                    <a:gd name="connsiteY28" fmla="*/ 109417 h 311321"/>
                    <a:gd name="connsiteX29" fmla="*/ 546 w 311321"/>
                    <a:gd name="connsiteY29" fmla="*/ 137992 h 311321"/>
                    <a:gd name="connsiteX30" fmla="*/ 10547 w 311321"/>
                    <a:gd name="connsiteY30" fmla="*/ 169996 h 311321"/>
                    <a:gd name="connsiteX31" fmla="*/ 36170 w 311321"/>
                    <a:gd name="connsiteY31" fmla="*/ 219621 h 311321"/>
                    <a:gd name="connsiteX32" fmla="*/ 63220 w 311321"/>
                    <a:gd name="connsiteY32" fmla="*/ 268484 h 311321"/>
                    <a:gd name="connsiteX33" fmla="*/ 84271 w 311321"/>
                    <a:gd name="connsiteY33" fmla="*/ 294488 h 311321"/>
                    <a:gd name="connsiteX34" fmla="*/ 109417 w 311321"/>
                    <a:gd name="connsiteY34" fmla="*/ 308299 h 311321"/>
                    <a:gd name="connsiteX35" fmla="*/ 137992 w 311321"/>
                    <a:gd name="connsiteY35" fmla="*/ 310775 h 311321"/>
                    <a:gd name="connsiteX36" fmla="*/ 169996 w 311321"/>
                    <a:gd name="connsiteY36" fmla="*/ 300774 h 311321"/>
                    <a:gd name="connsiteX37" fmla="*/ 219621 w 311321"/>
                    <a:gd name="connsiteY37" fmla="*/ 275152 h 311321"/>
                    <a:gd name="connsiteX38" fmla="*/ 268484 w 311321"/>
                    <a:gd name="connsiteY38" fmla="*/ 248101 h 311321"/>
                    <a:gd name="connsiteX39" fmla="*/ 294487 w 311321"/>
                    <a:gd name="connsiteY39" fmla="*/ 227051 h 311321"/>
                    <a:gd name="connsiteX40" fmla="*/ 308299 w 311321"/>
                    <a:gd name="connsiteY40" fmla="*/ 201905 h 311321"/>
                    <a:gd name="connsiteX41" fmla="*/ 310775 w 311321"/>
                    <a:gd name="connsiteY41" fmla="*/ 173330 h 311321"/>
                    <a:gd name="connsiteX42" fmla="*/ 300774 w 311321"/>
                    <a:gd name="connsiteY42" fmla="*/ 141326 h 311321"/>
                    <a:gd name="connsiteX43" fmla="*/ 275152 w 311321"/>
                    <a:gd name="connsiteY43" fmla="*/ 91700 h 311321"/>
                    <a:gd name="connsiteX44" fmla="*/ 248101 w 311321"/>
                    <a:gd name="connsiteY44" fmla="*/ 42837 h 311321"/>
                    <a:gd name="connsiteX45" fmla="*/ 227050 w 311321"/>
                    <a:gd name="connsiteY45" fmla="*/ 16834 h 311321"/>
                    <a:gd name="connsiteX46" fmla="*/ 201904 w 311321"/>
                    <a:gd name="connsiteY46" fmla="*/ 3023 h 311321"/>
                    <a:gd name="connsiteX47" fmla="*/ 173329 w 311321"/>
                    <a:gd name="connsiteY47" fmla="*/ 546 h 311321"/>
                    <a:gd name="connsiteX48" fmla="*/ 141325 w 311321"/>
                    <a:gd name="connsiteY48" fmla="*/ 10547 h 311321"/>
                    <a:gd name="connsiteX49" fmla="*/ 91700 w 311321"/>
                    <a:gd name="connsiteY49" fmla="*/ 36170 h 311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311321" h="311321">
                      <a:moveTo>
                        <a:pt x="103225" y="57696"/>
                      </a:moveTo>
                      <a:cubicBezTo>
                        <a:pt x="135134" y="40646"/>
                        <a:pt x="138944" y="38741"/>
                        <a:pt x="151898" y="32550"/>
                      </a:cubicBezTo>
                      <a:cubicBezTo>
                        <a:pt x="163804" y="26835"/>
                        <a:pt x="171234" y="25406"/>
                        <a:pt x="176282" y="24835"/>
                      </a:cubicBezTo>
                      <a:cubicBezTo>
                        <a:pt x="183045" y="23978"/>
                        <a:pt x="188379" y="24454"/>
                        <a:pt x="194761" y="26454"/>
                      </a:cubicBezTo>
                      <a:cubicBezTo>
                        <a:pt x="201142" y="28359"/>
                        <a:pt x="205905" y="31026"/>
                        <a:pt x="211049" y="35408"/>
                      </a:cubicBezTo>
                      <a:cubicBezTo>
                        <a:pt x="214954" y="38741"/>
                        <a:pt x="220288" y="43980"/>
                        <a:pt x="227050" y="55410"/>
                      </a:cubicBezTo>
                      <a:cubicBezTo>
                        <a:pt x="234385" y="67697"/>
                        <a:pt x="236480" y="71412"/>
                        <a:pt x="253625" y="103321"/>
                      </a:cubicBezTo>
                      <a:cubicBezTo>
                        <a:pt x="270675" y="135230"/>
                        <a:pt x="272580" y="139040"/>
                        <a:pt x="278771" y="151993"/>
                      </a:cubicBezTo>
                      <a:cubicBezTo>
                        <a:pt x="284486" y="163900"/>
                        <a:pt x="285915" y="171329"/>
                        <a:pt x="286487" y="176378"/>
                      </a:cubicBezTo>
                      <a:cubicBezTo>
                        <a:pt x="287344" y="183140"/>
                        <a:pt x="286867" y="188474"/>
                        <a:pt x="284867" y="194856"/>
                      </a:cubicBezTo>
                      <a:cubicBezTo>
                        <a:pt x="282962" y="201238"/>
                        <a:pt x="280295" y="206000"/>
                        <a:pt x="275914" y="211144"/>
                      </a:cubicBezTo>
                      <a:cubicBezTo>
                        <a:pt x="272580" y="215049"/>
                        <a:pt x="267341" y="220383"/>
                        <a:pt x="255911" y="227146"/>
                      </a:cubicBezTo>
                      <a:cubicBezTo>
                        <a:pt x="243624" y="234480"/>
                        <a:pt x="239909" y="236576"/>
                        <a:pt x="208000" y="253720"/>
                      </a:cubicBezTo>
                      <a:cubicBezTo>
                        <a:pt x="176092" y="270770"/>
                        <a:pt x="172282" y="272675"/>
                        <a:pt x="159328" y="278866"/>
                      </a:cubicBezTo>
                      <a:cubicBezTo>
                        <a:pt x="147421" y="284582"/>
                        <a:pt x="139992" y="286010"/>
                        <a:pt x="134944" y="286582"/>
                      </a:cubicBezTo>
                      <a:cubicBezTo>
                        <a:pt x="128181" y="287439"/>
                        <a:pt x="122847" y="286963"/>
                        <a:pt x="116465" y="284963"/>
                      </a:cubicBezTo>
                      <a:cubicBezTo>
                        <a:pt x="110083" y="283058"/>
                        <a:pt x="105321" y="280391"/>
                        <a:pt x="100178" y="276009"/>
                      </a:cubicBezTo>
                      <a:cubicBezTo>
                        <a:pt x="96272" y="272675"/>
                        <a:pt x="90938" y="267437"/>
                        <a:pt x="84176" y="256007"/>
                      </a:cubicBezTo>
                      <a:cubicBezTo>
                        <a:pt x="76841" y="243719"/>
                        <a:pt x="74746" y="240005"/>
                        <a:pt x="57601" y="208096"/>
                      </a:cubicBezTo>
                      <a:cubicBezTo>
                        <a:pt x="40551" y="176187"/>
                        <a:pt x="38646" y="172377"/>
                        <a:pt x="32455" y="159423"/>
                      </a:cubicBezTo>
                      <a:cubicBezTo>
                        <a:pt x="26740" y="147517"/>
                        <a:pt x="25311" y="140087"/>
                        <a:pt x="24739" y="135039"/>
                      </a:cubicBezTo>
                      <a:cubicBezTo>
                        <a:pt x="23882" y="128276"/>
                        <a:pt x="24359" y="122942"/>
                        <a:pt x="26359" y="116561"/>
                      </a:cubicBezTo>
                      <a:cubicBezTo>
                        <a:pt x="28264" y="110179"/>
                        <a:pt x="30931" y="105416"/>
                        <a:pt x="35312" y="100273"/>
                      </a:cubicBezTo>
                      <a:cubicBezTo>
                        <a:pt x="38646" y="96368"/>
                        <a:pt x="43885" y="91034"/>
                        <a:pt x="55315" y="84271"/>
                      </a:cubicBezTo>
                      <a:cubicBezTo>
                        <a:pt x="67602" y="76937"/>
                        <a:pt x="71317" y="74841"/>
                        <a:pt x="103225" y="57696"/>
                      </a:cubicBezTo>
                      <a:moveTo>
                        <a:pt x="91700" y="36170"/>
                      </a:moveTo>
                      <a:cubicBezTo>
                        <a:pt x="59220" y="53505"/>
                        <a:pt x="55220" y="55886"/>
                        <a:pt x="42837" y="63221"/>
                      </a:cubicBezTo>
                      <a:cubicBezTo>
                        <a:pt x="30455" y="70650"/>
                        <a:pt x="22835" y="77318"/>
                        <a:pt x="16834" y="84271"/>
                      </a:cubicBezTo>
                      <a:cubicBezTo>
                        <a:pt x="10643" y="91510"/>
                        <a:pt x="6166" y="99225"/>
                        <a:pt x="3022" y="109417"/>
                      </a:cubicBezTo>
                      <a:cubicBezTo>
                        <a:pt x="-26" y="119609"/>
                        <a:pt x="-597" y="128467"/>
                        <a:pt x="546" y="137992"/>
                      </a:cubicBezTo>
                      <a:cubicBezTo>
                        <a:pt x="1689" y="147136"/>
                        <a:pt x="4261" y="156947"/>
                        <a:pt x="10547" y="169996"/>
                      </a:cubicBezTo>
                      <a:cubicBezTo>
                        <a:pt x="16834" y="183045"/>
                        <a:pt x="18834" y="187236"/>
                        <a:pt x="36170" y="219621"/>
                      </a:cubicBezTo>
                      <a:cubicBezTo>
                        <a:pt x="53505" y="252101"/>
                        <a:pt x="55886" y="256102"/>
                        <a:pt x="63220" y="268484"/>
                      </a:cubicBezTo>
                      <a:cubicBezTo>
                        <a:pt x="70650" y="280867"/>
                        <a:pt x="77318" y="288487"/>
                        <a:pt x="84271" y="294488"/>
                      </a:cubicBezTo>
                      <a:cubicBezTo>
                        <a:pt x="91510" y="300679"/>
                        <a:pt x="99225" y="305156"/>
                        <a:pt x="109417" y="308299"/>
                      </a:cubicBezTo>
                      <a:cubicBezTo>
                        <a:pt x="119608" y="311347"/>
                        <a:pt x="128467" y="311918"/>
                        <a:pt x="137992" y="310775"/>
                      </a:cubicBezTo>
                      <a:cubicBezTo>
                        <a:pt x="147136" y="309632"/>
                        <a:pt x="156946" y="307061"/>
                        <a:pt x="169996" y="300774"/>
                      </a:cubicBezTo>
                      <a:cubicBezTo>
                        <a:pt x="183045" y="294488"/>
                        <a:pt x="187236" y="292487"/>
                        <a:pt x="219621" y="275152"/>
                      </a:cubicBezTo>
                      <a:cubicBezTo>
                        <a:pt x="252101" y="257816"/>
                        <a:pt x="256102" y="255435"/>
                        <a:pt x="268484" y="248101"/>
                      </a:cubicBezTo>
                      <a:cubicBezTo>
                        <a:pt x="280867" y="240671"/>
                        <a:pt x="288487" y="234004"/>
                        <a:pt x="294487" y="227051"/>
                      </a:cubicBezTo>
                      <a:cubicBezTo>
                        <a:pt x="300679" y="219812"/>
                        <a:pt x="305156" y="212096"/>
                        <a:pt x="308299" y="201905"/>
                      </a:cubicBezTo>
                      <a:cubicBezTo>
                        <a:pt x="311347" y="191713"/>
                        <a:pt x="311918" y="182855"/>
                        <a:pt x="310775" y="173330"/>
                      </a:cubicBezTo>
                      <a:cubicBezTo>
                        <a:pt x="309632" y="164186"/>
                        <a:pt x="307061" y="154375"/>
                        <a:pt x="300774" y="141326"/>
                      </a:cubicBezTo>
                      <a:cubicBezTo>
                        <a:pt x="294487" y="128276"/>
                        <a:pt x="292487" y="124085"/>
                        <a:pt x="275152" y="91700"/>
                      </a:cubicBezTo>
                      <a:cubicBezTo>
                        <a:pt x="257816" y="59220"/>
                        <a:pt x="255435" y="55220"/>
                        <a:pt x="248101" y="42837"/>
                      </a:cubicBezTo>
                      <a:cubicBezTo>
                        <a:pt x="240671" y="30455"/>
                        <a:pt x="234004" y="22835"/>
                        <a:pt x="227050" y="16834"/>
                      </a:cubicBezTo>
                      <a:cubicBezTo>
                        <a:pt x="219812" y="10643"/>
                        <a:pt x="212096" y="6166"/>
                        <a:pt x="201904" y="3023"/>
                      </a:cubicBezTo>
                      <a:cubicBezTo>
                        <a:pt x="191713" y="-25"/>
                        <a:pt x="182854" y="-597"/>
                        <a:pt x="173329" y="546"/>
                      </a:cubicBezTo>
                      <a:cubicBezTo>
                        <a:pt x="164186" y="1689"/>
                        <a:pt x="154375" y="4261"/>
                        <a:pt x="141325" y="10547"/>
                      </a:cubicBezTo>
                      <a:cubicBezTo>
                        <a:pt x="128276" y="16834"/>
                        <a:pt x="124085" y="18834"/>
                        <a:pt x="91700" y="36170"/>
                      </a:cubicBezTo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D3691E32-E960-B235-8C4E-41FE6A4F77BC}"/>
                    </a:ext>
                  </a:extLst>
                </p:cNvPr>
                <p:cNvSpPr/>
                <p:nvPr/>
              </p:nvSpPr>
              <p:spPr>
                <a:xfrm>
                  <a:off x="7263030" y="4196741"/>
                  <a:ext cx="139255" cy="139255"/>
                </a:xfrm>
                <a:custGeom>
                  <a:avLst/>
                  <a:gdLst>
                    <a:gd name="connsiteX0" fmla="*/ 36767 w 139255"/>
                    <a:gd name="connsiteY0" fmla="*/ 8287 h 139255"/>
                    <a:gd name="connsiteX1" fmla="*/ 8287 w 139255"/>
                    <a:gd name="connsiteY1" fmla="*/ 102489 h 139255"/>
                    <a:gd name="connsiteX2" fmla="*/ 102489 w 139255"/>
                    <a:gd name="connsiteY2" fmla="*/ 130969 h 139255"/>
                    <a:gd name="connsiteX3" fmla="*/ 130969 w 139255"/>
                    <a:gd name="connsiteY3" fmla="*/ 36767 h 139255"/>
                    <a:gd name="connsiteX4" fmla="*/ 36767 w 139255"/>
                    <a:gd name="connsiteY4" fmla="*/ 8287 h 139255"/>
                    <a:gd name="connsiteX5" fmla="*/ 90869 w 139255"/>
                    <a:gd name="connsiteY5" fmla="*/ 109442 h 139255"/>
                    <a:gd name="connsiteX6" fmla="*/ 29718 w 139255"/>
                    <a:gd name="connsiteY6" fmla="*/ 90964 h 139255"/>
                    <a:gd name="connsiteX7" fmla="*/ 48197 w 139255"/>
                    <a:gd name="connsiteY7" fmla="*/ 29813 h 139255"/>
                    <a:gd name="connsiteX8" fmla="*/ 109347 w 139255"/>
                    <a:gd name="connsiteY8" fmla="*/ 48292 h 139255"/>
                    <a:gd name="connsiteX9" fmla="*/ 90869 w 139255"/>
                    <a:gd name="connsiteY9" fmla="*/ 109442 h 13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255" h="139255">
                      <a:moveTo>
                        <a:pt x="36767" y="8287"/>
                      </a:moveTo>
                      <a:cubicBezTo>
                        <a:pt x="2858" y="26384"/>
                        <a:pt x="-9906" y="68580"/>
                        <a:pt x="8287" y="102489"/>
                      </a:cubicBezTo>
                      <a:cubicBezTo>
                        <a:pt x="26384" y="136398"/>
                        <a:pt x="68580" y="149162"/>
                        <a:pt x="102489" y="130969"/>
                      </a:cubicBezTo>
                      <a:cubicBezTo>
                        <a:pt x="136398" y="112871"/>
                        <a:pt x="149162" y="70676"/>
                        <a:pt x="130969" y="36767"/>
                      </a:cubicBezTo>
                      <a:cubicBezTo>
                        <a:pt x="112871" y="2858"/>
                        <a:pt x="70676" y="-9906"/>
                        <a:pt x="36767" y="8287"/>
                      </a:cubicBezTo>
                      <a:moveTo>
                        <a:pt x="90869" y="109442"/>
                      </a:moveTo>
                      <a:cubicBezTo>
                        <a:pt x="68866" y="121253"/>
                        <a:pt x="41529" y="112967"/>
                        <a:pt x="29718" y="90964"/>
                      </a:cubicBezTo>
                      <a:cubicBezTo>
                        <a:pt x="17907" y="68961"/>
                        <a:pt x="26194" y="41624"/>
                        <a:pt x="48197" y="29813"/>
                      </a:cubicBezTo>
                      <a:cubicBezTo>
                        <a:pt x="70199" y="18002"/>
                        <a:pt x="97536" y="26289"/>
                        <a:pt x="109347" y="48292"/>
                      </a:cubicBezTo>
                      <a:cubicBezTo>
                        <a:pt x="121158" y="70295"/>
                        <a:pt x="112871" y="97631"/>
                        <a:pt x="90869" y="109442"/>
                      </a:cubicBezTo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3F814DA8-4D6D-6EBF-D6B8-61E8BD2D1FD8}"/>
                    </a:ext>
                  </a:extLst>
                </p:cNvPr>
                <p:cNvSpPr/>
                <p:nvPr/>
              </p:nvSpPr>
              <p:spPr>
                <a:xfrm>
                  <a:off x="7345994" y="4152166"/>
                  <a:ext cx="32477" cy="32519"/>
                </a:xfrm>
                <a:custGeom>
                  <a:avLst/>
                  <a:gdLst>
                    <a:gd name="connsiteX0" fmla="*/ 30574 w 32477"/>
                    <a:gd name="connsiteY0" fmla="*/ 8571 h 32519"/>
                    <a:gd name="connsiteX1" fmla="*/ 23906 w 32477"/>
                    <a:gd name="connsiteY1" fmla="*/ 30574 h 32519"/>
                    <a:gd name="connsiteX2" fmla="*/ 1903 w 32477"/>
                    <a:gd name="connsiteY2" fmla="*/ 23906 h 32519"/>
                    <a:gd name="connsiteX3" fmla="*/ 8571 w 32477"/>
                    <a:gd name="connsiteY3" fmla="*/ 1903 h 32519"/>
                    <a:gd name="connsiteX4" fmla="*/ 30574 w 32477"/>
                    <a:gd name="connsiteY4" fmla="*/ 8571 h 32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477" h="32519">
                      <a:moveTo>
                        <a:pt x="30574" y="8571"/>
                      </a:moveTo>
                      <a:cubicBezTo>
                        <a:pt x="34765" y="16477"/>
                        <a:pt x="31812" y="26383"/>
                        <a:pt x="23906" y="30574"/>
                      </a:cubicBezTo>
                      <a:cubicBezTo>
                        <a:pt x="16001" y="34860"/>
                        <a:pt x="6094" y="31812"/>
                        <a:pt x="1903" y="23906"/>
                      </a:cubicBezTo>
                      <a:cubicBezTo>
                        <a:pt x="-2288" y="16000"/>
                        <a:pt x="665" y="6094"/>
                        <a:pt x="8571" y="1903"/>
                      </a:cubicBezTo>
                      <a:cubicBezTo>
                        <a:pt x="16477" y="-2288"/>
                        <a:pt x="26383" y="665"/>
                        <a:pt x="30574" y="8571"/>
                      </a:cubicBezTo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</p:grp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D991AF4-388C-8E88-8269-846A8F2611A5}"/>
              </a:ext>
            </a:extLst>
          </p:cNvPr>
          <p:cNvGrpSpPr/>
          <p:nvPr/>
        </p:nvGrpSpPr>
        <p:grpSpPr>
          <a:xfrm>
            <a:off x="9454405" y="1720501"/>
            <a:ext cx="925215" cy="925215"/>
            <a:chOff x="1936621" y="1623576"/>
            <a:chExt cx="925215" cy="925215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4F38723-37B8-E486-DA89-CEA3D2665534}"/>
                </a:ext>
              </a:extLst>
            </p:cNvPr>
            <p:cNvSpPr/>
            <p:nvPr/>
          </p:nvSpPr>
          <p:spPr>
            <a:xfrm rot="17018328">
              <a:off x="1936621" y="1623576"/>
              <a:ext cx="925215" cy="925215"/>
            </a:xfrm>
            <a:custGeom>
              <a:avLst/>
              <a:gdLst>
                <a:gd name="connsiteX0" fmla="*/ 904893 w 904892"/>
                <a:gd name="connsiteY0" fmla="*/ 452446 h 904892"/>
                <a:gd name="connsiteX1" fmla="*/ 452446 w 904892"/>
                <a:gd name="connsiteY1" fmla="*/ 904893 h 904892"/>
                <a:gd name="connsiteX2" fmla="*/ 0 w 904892"/>
                <a:gd name="connsiteY2" fmla="*/ 452446 h 904892"/>
                <a:gd name="connsiteX3" fmla="*/ 452446 w 904892"/>
                <a:gd name="connsiteY3" fmla="*/ 0 h 904892"/>
                <a:gd name="connsiteX4" fmla="*/ 904893 w 904892"/>
                <a:gd name="connsiteY4" fmla="*/ 452446 h 904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892" h="904892">
                  <a:moveTo>
                    <a:pt x="904893" y="452446"/>
                  </a:moveTo>
                  <a:cubicBezTo>
                    <a:pt x="904893" y="702326"/>
                    <a:pt x="702325" y="904893"/>
                    <a:pt x="452446" y="904893"/>
                  </a:cubicBezTo>
                  <a:cubicBezTo>
                    <a:pt x="202567" y="904893"/>
                    <a:pt x="0" y="702326"/>
                    <a:pt x="0" y="452446"/>
                  </a:cubicBezTo>
                  <a:cubicBezTo>
                    <a:pt x="0" y="202567"/>
                    <a:pt x="202567" y="0"/>
                    <a:pt x="452446" y="0"/>
                  </a:cubicBezTo>
                  <a:cubicBezTo>
                    <a:pt x="702325" y="0"/>
                    <a:pt x="904893" y="202567"/>
                    <a:pt x="904893" y="45244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Inclusive Sans" pitchFamily="2" charset="0"/>
              </a:endParaRPr>
            </a:p>
          </p:txBody>
        </p:sp>
        <p:grpSp>
          <p:nvGrpSpPr>
            <p:cNvPr id="115" name="Graphic 3567">
              <a:extLst>
                <a:ext uri="{FF2B5EF4-FFF2-40B4-BE49-F238E27FC236}">
                  <a16:creationId xmlns:a16="http://schemas.microsoft.com/office/drawing/2014/main" id="{352CBC44-0C2B-7ABA-79A3-CA328C971E0A}"/>
                </a:ext>
              </a:extLst>
            </p:cNvPr>
            <p:cNvGrpSpPr/>
            <p:nvPr/>
          </p:nvGrpSpPr>
          <p:grpSpPr>
            <a:xfrm>
              <a:off x="2059147" y="1746102"/>
              <a:ext cx="680162" cy="680162"/>
              <a:chOff x="6696672" y="4241375"/>
              <a:chExt cx="511631" cy="511631"/>
            </a:xfrm>
          </p:grpSpPr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3BC22B32-8828-3C34-472E-D9D8ACF0423F}"/>
                  </a:ext>
                </a:extLst>
              </p:cNvPr>
              <p:cNvSpPr/>
              <p:nvPr/>
            </p:nvSpPr>
            <p:spPr>
              <a:xfrm rot="-1368598">
                <a:off x="6757130" y="4301833"/>
                <a:ext cx="390715" cy="390715"/>
              </a:xfrm>
              <a:custGeom>
                <a:avLst/>
                <a:gdLst>
                  <a:gd name="connsiteX0" fmla="*/ 390716 w 390715"/>
                  <a:gd name="connsiteY0" fmla="*/ 195358 h 390715"/>
                  <a:gd name="connsiteX1" fmla="*/ 195358 w 390715"/>
                  <a:gd name="connsiteY1" fmla="*/ 390716 h 390715"/>
                  <a:gd name="connsiteX2" fmla="*/ 0 w 390715"/>
                  <a:gd name="connsiteY2" fmla="*/ 195358 h 390715"/>
                  <a:gd name="connsiteX3" fmla="*/ 195358 w 390715"/>
                  <a:gd name="connsiteY3" fmla="*/ 0 h 390715"/>
                  <a:gd name="connsiteX4" fmla="*/ 390716 w 390715"/>
                  <a:gd name="connsiteY4" fmla="*/ 195358 h 390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715" h="390715">
                    <a:moveTo>
                      <a:pt x="390716" y="195358"/>
                    </a:moveTo>
                    <a:cubicBezTo>
                      <a:pt x="390716" y="303251"/>
                      <a:pt x="303251" y="390716"/>
                      <a:pt x="195358" y="390716"/>
                    </a:cubicBezTo>
                    <a:cubicBezTo>
                      <a:pt x="87465" y="390716"/>
                      <a:pt x="0" y="303251"/>
                      <a:pt x="0" y="195358"/>
                    </a:cubicBezTo>
                    <a:cubicBezTo>
                      <a:pt x="0" y="87465"/>
                      <a:pt x="87465" y="0"/>
                      <a:pt x="195358" y="0"/>
                    </a:cubicBezTo>
                    <a:cubicBezTo>
                      <a:pt x="303251" y="0"/>
                      <a:pt x="390716" y="87465"/>
                      <a:pt x="390716" y="1953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331B"/>
                  </a:gs>
                  <a:gs pos="52000">
                    <a:srgbClr val="2D4F29"/>
                  </a:gs>
                  <a:gs pos="100000">
                    <a:srgbClr val="1D311B"/>
                  </a:gs>
                </a:gsLst>
                <a:lin ang="17849106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E73D2442-3DF3-47F3-371C-37CA39C5FEFE}"/>
                  </a:ext>
                </a:extLst>
              </p:cNvPr>
              <p:cNvSpPr/>
              <p:nvPr/>
            </p:nvSpPr>
            <p:spPr>
              <a:xfrm rot="-764399">
                <a:off x="6735508" y="4297596"/>
                <a:ext cx="390715" cy="390715"/>
              </a:xfrm>
              <a:custGeom>
                <a:avLst/>
                <a:gdLst>
                  <a:gd name="connsiteX0" fmla="*/ 390716 w 390715"/>
                  <a:gd name="connsiteY0" fmla="*/ 195358 h 390715"/>
                  <a:gd name="connsiteX1" fmla="*/ 195358 w 390715"/>
                  <a:gd name="connsiteY1" fmla="*/ 390716 h 390715"/>
                  <a:gd name="connsiteX2" fmla="*/ 0 w 390715"/>
                  <a:gd name="connsiteY2" fmla="*/ 195358 h 390715"/>
                  <a:gd name="connsiteX3" fmla="*/ 195358 w 390715"/>
                  <a:gd name="connsiteY3" fmla="*/ 0 h 390715"/>
                  <a:gd name="connsiteX4" fmla="*/ 390716 w 390715"/>
                  <a:gd name="connsiteY4" fmla="*/ 195358 h 390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715" h="390715">
                    <a:moveTo>
                      <a:pt x="390716" y="195358"/>
                    </a:moveTo>
                    <a:cubicBezTo>
                      <a:pt x="390716" y="303251"/>
                      <a:pt x="303251" y="390716"/>
                      <a:pt x="195358" y="390716"/>
                    </a:cubicBezTo>
                    <a:cubicBezTo>
                      <a:pt x="87465" y="390716"/>
                      <a:pt x="0" y="303251"/>
                      <a:pt x="0" y="195358"/>
                    </a:cubicBezTo>
                    <a:cubicBezTo>
                      <a:pt x="0" y="87465"/>
                      <a:pt x="87465" y="0"/>
                      <a:pt x="195358" y="0"/>
                    </a:cubicBezTo>
                    <a:cubicBezTo>
                      <a:pt x="303251" y="0"/>
                      <a:pt x="390716" y="87465"/>
                      <a:pt x="390716" y="1953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5A9F4F"/>
                  </a:gs>
                  <a:gs pos="50000">
                    <a:srgbClr val="44743D"/>
                  </a:gs>
                  <a:gs pos="100000">
                    <a:srgbClr val="2F4A2C"/>
                  </a:gs>
                </a:gsLst>
                <a:lin ang="21110673" scaled="1"/>
              </a:gra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BCD8A45-E1D3-B781-93A1-5CA77DCDCDD1}"/>
                  </a:ext>
                </a:extLst>
              </p:cNvPr>
              <p:cNvSpPr/>
              <p:nvPr/>
            </p:nvSpPr>
            <p:spPr>
              <a:xfrm>
                <a:off x="6752713" y="4314575"/>
                <a:ext cx="356477" cy="356477"/>
              </a:xfrm>
              <a:custGeom>
                <a:avLst/>
                <a:gdLst>
                  <a:gd name="connsiteX0" fmla="*/ 329627 w 356477"/>
                  <a:gd name="connsiteY0" fmla="*/ 84191 h 356477"/>
                  <a:gd name="connsiteX1" fmla="*/ 272287 w 356477"/>
                  <a:gd name="connsiteY1" fmla="*/ 329650 h 356477"/>
                  <a:gd name="connsiteX2" fmla="*/ 26828 w 356477"/>
                  <a:gd name="connsiteY2" fmla="*/ 272310 h 356477"/>
                  <a:gd name="connsiteX3" fmla="*/ 84168 w 356477"/>
                  <a:gd name="connsiteY3" fmla="*/ 26850 h 356477"/>
                  <a:gd name="connsiteX4" fmla="*/ 329627 w 356477"/>
                  <a:gd name="connsiteY4" fmla="*/ 84191 h 356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6477" h="356477">
                    <a:moveTo>
                      <a:pt x="329627" y="84191"/>
                    </a:moveTo>
                    <a:cubicBezTo>
                      <a:pt x="381539" y="167820"/>
                      <a:pt x="355916" y="277739"/>
                      <a:pt x="272287" y="329650"/>
                    </a:cubicBezTo>
                    <a:cubicBezTo>
                      <a:pt x="188657" y="381561"/>
                      <a:pt x="78739" y="355844"/>
                      <a:pt x="26828" y="272310"/>
                    </a:cubicBezTo>
                    <a:cubicBezTo>
                      <a:pt x="-25084" y="188680"/>
                      <a:pt x="634" y="78762"/>
                      <a:pt x="84168" y="26850"/>
                    </a:cubicBezTo>
                    <a:cubicBezTo>
                      <a:pt x="167798" y="-25061"/>
                      <a:pt x="277716" y="561"/>
                      <a:pt x="329627" y="84191"/>
                    </a:cubicBezTo>
                    <a:close/>
                  </a:path>
                </a:pathLst>
              </a:custGeom>
              <a:noFill/>
              <a:ln w="2667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Inclusive Sans" pitchFamily="2" charset="0"/>
                </a:endParaRPr>
              </a:p>
            </p:txBody>
          </p:sp>
          <p:grpSp>
            <p:nvGrpSpPr>
              <p:cNvPr id="119" name="Graphic 3567">
                <a:extLst>
                  <a:ext uri="{FF2B5EF4-FFF2-40B4-BE49-F238E27FC236}">
                    <a16:creationId xmlns:a16="http://schemas.microsoft.com/office/drawing/2014/main" id="{7E4BAEEA-6747-D12F-339D-8B1A15A6A122}"/>
                  </a:ext>
                </a:extLst>
              </p:cNvPr>
              <p:cNvGrpSpPr/>
              <p:nvPr/>
            </p:nvGrpSpPr>
            <p:grpSpPr>
              <a:xfrm>
                <a:off x="6836725" y="4385087"/>
                <a:ext cx="198121" cy="232373"/>
                <a:chOff x="6836725" y="4385087"/>
                <a:chExt cx="198121" cy="232373"/>
              </a:xfrm>
              <a:solidFill>
                <a:srgbClr val="FFFFFF"/>
              </a:solidFill>
            </p:grpSpPr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D3235E36-A78C-71AD-B60D-FA8E7EDAEA86}"/>
                    </a:ext>
                  </a:extLst>
                </p:cNvPr>
                <p:cNvSpPr/>
                <p:nvPr/>
              </p:nvSpPr>
              <p:spPr>
                <a:xfrm>
                  <a:off x="6836725" y="4385087"/>
                  <a:ext cx="198121" cy="232373"/>
                </a:xfrm>
                <a:custGeom>
                  <a:avLst/>
                  <a:gdLst>
                    <a:gd name="connsiteX0" fmla="*/ 190466 w 198121"/>
                    <a:gd name="connsiteY0" fmla="*/ 60161 h 232373"/>
                    <a:gd name="connsiteX1" fmla="*/ 63307 w 198121"/>
                    <a:gd name="connsiteY1" fmla="*/ 6821 h 232373"/>
                    <a:gd name="connsiteX2" fmla="*/ 5205 w 198121"/>
                    <a:gd name="connsiteY2" fmla="*/ 130456 h 232373"/>
                    <a:gd name="connsiteX3" fmla="*/ 6729 w 198121"/>
                    <a:gd name="connsiteY3" fmla="*/ 134551 h 232373"/>
                    <a:gd name="connsiteX4" fmla="*/ 38447 w 198121"/>
                    <a:gd name="connsiteY4" fmla="*/ 176747 h 232373"/>
                    <a:gd name="connsiteX5" fmla="*/ 41019 w 198121"/>
                    <a:gd name="connsiteY5" fmla="*/ 232373 h 232373"/>
                    <a:gd name="connsiteX6" fmla="*/ 85786 w 198121"/>
                    <a:gd name="connsiteY6" fmla="*/ 196178 h 232373"/>
                    <a:gd name="connsiteX7" fmla="*/ 134840 w 198121"/>
                    <a:gd name="connsiteY7" fmla="*/ 190177 h 232373"/>
                    <a:gd name="connsiteX8" fmla="*/ 191419 w 198121"/>
                    <a:gd name="connsiteY8" fmla="*/ 62542 h 232373"/>
                    <a:gd name="connsiteX9" fmla="*/ 190466 w 198121"/>
                    <a:gd name="connsiteY9" fmla="*/ 60256 h 232373"/>
                    <a:gd name="connsiteX10" fmla="*/ 129125 w 198121"/>
                    <a:gd name="connsiteY10" fmla="*/ 175509 h 232373"/>
                    <a:gd name="connsiteX11" fmla="*/ 81405 w 198121"/>
                    <a:gd name="connsiteY11" fmla="*/ 179414 h 232373"/>
                    <a:gd name="connsiteX12" fmla="*/ 55306 w 198121"/>
                    <a:gd name="connsiteY12" fmla="*/ 200560 h 232373"/>
                    <a:gd name="connsiteX13" fmla="*/ 53782 w 198121"/>
                    <a:gd name="connsiteY13" fmla="*/ 168175 h 232373"/>
                    <a:gd name="connsiteX14" fmla="*/ 21397 w 198121"/>
                    <a:gd name="connsiteY14" fmla="*/ 128741 h 232373"/>
                    <a:gd name="connsiteX15" fmla="*/ 18826 w 198121"/>
                    <a:gd name="connsiteY15" fmla="*/ 121121 h 232373"/>
                    <a:gd name="connsiteX16" fmla="*/ 68927 w 198121"/>
                    <a:gd name="connsiteY16" fmla="*/ 21394 h 232373"/>
                    <a:gd name="connsiteX17" fmla="*/ 173988 w 198121"/>
                    <a:gd name="connsiteY17" fmla="*/ 62257 h 232373"/>
                    <a:gd name="connsiteX18" fmla="*/ 176559 w 198121"/>
                    <a:gd name="connsiteY18" fmla="*/ 68162 h 232373"/>
                    <a:gd name="connsiteX19" fmla="*/ 128934 w 198121"/>
                    <a:gd name="connsiteY19" fmla="*/ 175509 h 2323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98121" h="232373">
                      <a:moveTo>
                        <a:pt x="190466" y="60161"/>
                      </a:moveTo>
                      <a:cubicBezTo>
                        <a:pt x="169892" y="11107"/>
                        <a:pt x="113599" y="-12705"/>
                        <a:pt x="63307" y="6821"/>
                      </a:cubicBezTo>
                      <a:cubicBezTo>
                        <a:pt x="13682" y="26157"/>
                        <a:pt x="-11654" y="80830"/>
                        <a:pt x="5205" y="130456"/>
                      </a:cubicBezTo>
                      <a:cubicBezTo>
                        <a:pt x="5681" y="131789"/>
                        <a:pt x="6157" y="133123"/>
                        <a:pt x="6729" y="134551"/>
                      </a:cubicBezTo>
                      <a:cubicBezTo>
                        <a:pt x="13492" y="151887"/>
                        <a:pt x="24636" y="166174"/>
                        <a:pt x="38447" y="176747"/>
                      </a:cubicBezTo>
                      <a:lnTo>
                        <a:pt x="41019" y="232373"/>
                      </a:lnTo>
                      <a:lnTo>
                        <a:pt x="85786" y="196178"/>
                      </a:lnTo>
                      <a:cubicBezTo>
                        <a:pt x="101884" y="198274"/>
                        <a:pt x="118648" y="196464"/>
                        <a:pt x="134840" y="190177"/>
                      </a:cubicBezTo>
                      <a:cubicBezTo>
                        <a:pt x="185894" y="170270"/>
                        <a:pt x="211135" y="113120"/>
                        <a:pt x="191419" y="62542"/>
                      </a:cubicBezTo>
                      <a:cubicBezTo>
                        <a:pt x="191133" y="61780"/>
                        <a:pt x="190847" y="61018"/>
                        <a:pt x="190466" y="60256"/>
                      </a:cubicBezTo>
                      <a:close/>
                      <a:moveTo>
                        <a:pt x="129125" y="175509"/>
                      </a:moveTo>
                      <a:cubicBezTo>
                        <a:pt x="113313" y="181700"/>
                        <a:pt x="96835" y="182748"/>
                        <a:pt x="81405" y="179414"/>
                      </a:cubicBezTo>
                      <a:lnTo>
                        <a:pt x="55306" y="200560"/>
                      </a:lnTo>
                      <a:lnTo>
                        <a:pt x="53782" y="168175"/>
                      </a:lnTo>
                      <a:cubicBezTo>
                        <a:pt x="39495" y="159126"/>
                        <a:pt x="27970" y="145600"/>
                        <a:pt x="21397" y="128741"/>
                      </a:cubicBezTo>
                      <a:cubicBezTo>
                        <a:pt x="20445" y="126265"/>
                        <a:pt x="19588" y="123693"/>
                        <a:pt x="18826" y="121121"/>
                      </a:cubicBezTo>
                      <a:cubicBezTo>
                        <a:pt x="7396" y="80640"/>
                        <a:pt x="28732" y="37111"/>
                        <a:pt x="68927" y="21394"/>
                      </a:cubicBezTo>
                      <a:cubicBezTo>
                        <a:pt x="109694" y="5488"/>
                        <a:pt x="155414" y="23776"/>
                        <a:pt x="173988" y="62257"/>
                      </a:cubicBezTo>
                      <a:cubicBezTo>
                        <a:pt x="174940" y="64162"/>
                        <a:pt x="175798" y="66162"/>
                        <a:pt x="176559" y="68162"/>
                      </a:cubicBezTo>
                      <a:cubicBezTo>
                        <a:pt x="193133" y="110644"/>
                        <a:pt x="171797" y="158840"/>
                        <a:pt x="128934" y="1755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BF431D18-3B21-95B2-B4C5-974FB91E1654}"/>
                    </a:ext>
                  </a:extLst>
                </p:cNvPr>
                <p:cNvSpPr/>
                <p:nvPr/>
              </p:nvSpPr>
              <p:spPr>
                <a:xfrm>
                  <a:off x="6880904" y="4451605"/>
                  <a:ext cx="112767" cy="67652"/>
                </a:xfrm>
                <a:custGeom>
                  <a:avLst/>
                  <a:gdLst>
                    <a:gd name="connsiteX0" fmla="*/ 104472 w 112767"/>
                    <a:gd name="connsiteY0" fmla="*/ 33934 h 67652"/>
                    <a:gd name="connsiteX1" fmla="*/ 86184 w 112767"/>
                    <a:gd name="connsiteY1" fmla="*/ 32695 h 67652"/>
                    <a:gd name="connsiteX2" fmla="*/ 81517 w 112767"/>
                    <a:gd name="connsiteY2" fmla="*/ 35839 h 67652"/>
                    <a:gd name="connsiteX3" fmla="*/ 77802 w 112767"/>
                    <a:gd name="connsiteY3" fmla="*/ 47459 h 67652"/>
                    <a:gd name="connsiteX4" fmla="*/ 73135 w 112767"/>
                    <a:gd name="connsiteY4" fmla="*/ 49936 h 67652"/>
                    <a:gd name="connsiteX5" fmla="*/ 50561 w 112767"/>
                    <a:gd name="connsiteY5" fmla="*/ 45840 h 67652"/>
                    <a:gd name="connsiteX6" fmla="*/ 31892 w 112767"/>
                    <a:gd name="connsiteY6" fmla="*/ 35267 h 67652"/>
                    <a:gd name="connsiteX7" fmla="*/ 31130 w 112767"/>
                    <a:gd name="connsiteY7" fmla="*/ 30314 h 67652"/>
                    <a:gd name="connsiteX8" fmla="*/ 33035 w 112767"/>
                    <a:gd name="connsiteY8" fmla="*/ 25075 h 67652"/>
                    <a:gd name="connsiteX9" fmla="*/ 33416 w 112767"/>
                    <a:gd name="connsiteY9" fmla="*/ 23647 h 67652"/>
                    <a:gd name="connsiteX10" fmla="*/ 33797 w 112767"/>
                    <a:gd name="connsiteY10" fmla="*/ 20408 h 67652"/>
                    <a:gd name="connsiteX11" fmla="*/ 32082 w 112767"/>
                    <a:gd name="connsiteY11" fmla="*/ 16503 h 67652"/>
                    <a:gd name="connsiteX12" fmla="*/ 18557 w 112767"/>
                    <a:gd name="connsiteY12" fmla="*/ 2501 h 67652"/>
                    <a:gd name="connsiteX13" fmla="*/ 11985 w 112767"/>
                    <a:gd name="connsiteY13" fmla="*/ 787 h 67652"/>
                    <a:gd name="connsiteX14" fmla="*/ 7603 w 112767"/>
                    <a:gd name="connsiteY14" fmla="*/ 2215 h 67652"/>
                    <a:gd name="connsiteX15" fmla="*/ 2650 w 112767"/>
                    <a:gd name="connsiteY15" fmla="*/ 7359 h 67652"/>
                    <a:gd name="connsiteX16" fmla="*/ 2079 w 112767"/>
                    <a:gd name="connsiteY16" fmla="*/ 29171 h 67652"/>
                    <a:gd name="connsiteX17" fmla="*/ 6270 w 112767"/>
                    <a:gd name="connsiteY17" fmla="*/ 36410 h 67652"/>
                    <a:gd name="connsiteX18" fmla="*/ 20462 w 112767"/>
                    <a:gd name="connsiteY18" fmla="*/ 48793 h 67652"/>
                    <a:gd name="connsiteX19" fmla="*/ 72373 w 112767"/>
                    <a:gd name="connsiteY19" fmla="*/ 67652 h 67652"/>
                    <a:gd name="connsiteX20" fmla="*/ 101710 w 112767"/>
                    <a:gd name="connsiteY20" fmla="*/ 62604 h 67652"/>
                    <a:gd name="connsiteX21" fmla="*/ 112759 w 112767"/>
                    <a:gd name="connsiteY21" fmla="*/ 45935 h 67652"/>
                    <a:gd name="connsiteX22" fmla="*/ 109902 w 112767"/>
                    <a:gd name="connsiteY22" fmla="*/ 34696 h 67652"/>
                    <a:gd name="connsiteX23" fmla="*/ 104568 w 112767"/>
                    <a:gd name="connsiteY23" fmla="*/ 33743 h 67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2767" h="67652">
                      <a:moveTo>
                        <a:pt x="104472" y="33934"/>
                      </a:moveTo>
                      <a:cubicBezTo>
                        <a:pt x="101710" y="33743"/>
                        <a:pt x="88470" y="32600"/>
                        <a:pt x="86184" y="32695"/>
                      </a:cubicBezTo>
                      <a:cubicBezTo>
                        <a:pt x="83803" y="32695"/>
                        <a:pt x="82184" y="32981"/>
                        <a:pt x="81517" y="35839"/>
                      </a:cubicBezTo>
                      <a:cubicBezTo>
                        <a:pt x="80850" y="38696"/>
                        <a:pt x="78469" y="45459"/>
                        <a:pt x="77802" y="47459"/>
                      </a:cubicBezTo>
                      <a:cubicBezTo>
                        <a:pt x="77040" y="49459"/>
                        <a:pt x="75802" y="50126"/>
                        <a:pt x="73135" y="49936"/>
                      </a:cubicBezTo>
                      <a:cubicBezTo>
                        <a:pt x="70468" y="49650"/>
                        <a:pt x="62277" y="50221"/>
                        <a:pt x="50561" y="45840"/>
                      </a:cubicBezTo>
                      <a:cubicBezTo>
                        <a:pt x="41512" y="42506"/>
                        <a:pt x="34083" y="36982"/>
                        <a:pt x="31892" y="35267"/>
                      </a:cubicBezTo>
                      <a:cubicBezTo>
                        <a:pt x="29701" y="33553"/>
                        <a:pt x="30368" y="31838"/>
                        <a:pt x="31130" y="30314"/>
                      </a:cubicBezTo>
                      <a:cubicBezTo>
                        <a:pt x="31797" y="28885"/>
                        <a:pt x="32368" y="26790"/>
                        <a:pt x="33035" y="25075"/>
                      </a:cubicBezTo>
                      <a:cubicBezTo>
                        <a:pt x="33225" y="24599"/>
                        <a:pt x="33321" y="24123"/>
                        <a:pt x="33416" y="23647"/>
                      </a:cubicBezTo>
                      <a:cubicBezTo>
                        <a:pt x="33606" y="22599"/>
                        <a:pt x="33702" y="21646"/>
                        <a:pt x="33797" y="20408"/>
                      </a:cubicBezTo>
                      <a:cubicBezTo>
                        <a:pt x="33987" y="18598"/>
                        <a:pt x="33130" y="17455"/>
                        <a:pt x="32082" y="16503"/>
                      </a:cubicBezTo>
                      <a:cubicBezTo>
                        <a:pt x="31130" y="15550"/>
                        <a:pt x="22272" y="6311"/>
                        <a:pt x="18557" y="2501"/>
                      </a:cubicBezTo>
                      <a:cubicBezTo>
                        <a:pt x="14937" y="-1309"/>
                        <a:pt x="13318" y="215"/>
                        <a:pt x="11985" y="787"/>
                      </a:cubicBezTo>
                      <a:cubicBezTo>
                        <a:pt x="10651" y="1263"/>
                        <a:pt x="9127" y="1644"/>
                        <a:pt x="7603" y="2215"/>
                      </a:cubicBezTo>
                      <a:cubicBezTo>
                        <a:pt x="6079" y="2787"/>
                        <a:pt x="3888" y="4311"/>
                        <a:pt x="2650" y="7359"/>
                      </a:cubicBezTo>
                      <a:cubicBezTo>
                        <a:pt x="1412" y="10407"/>
                        <a:pt x="-2303" y="18122"/>
                        <a:pt x="2079" y="29171"/>
                      </a:cubicBezTo>
                      <a:cubicBezTo>
                        <a:pt x="3126" y="31743"/>
                        <a:pt x="4555" y="34219"/>
                        <a:pt x="6270" y="36410"/>
                      </a:cubicBezTo>
                      <a:cubicBezTo>
                        <a:pt x="11604" y="43459"/>
                        <a:pt x="19128" y="48031"/>
                        <a:pt x="20462" y="48793"/>
                      </a:cubicBezTo>
                      <a:cubicBezTo>
                        <a:pt x="22176" y="49840"/>
                        <a:pt x="45798" y="67557"/>
                        <a:pt x="72373" y="67652"/>
                      </a:cubicBezTo>
                      <a:cubicBezTo>
                        <a:pt x="98948" y="67652"/>
                        <a:pt x="97710" y="64604"/>
                        <a:pt x="101710" y="62604"/>
                      </a:cubicBezTo>
                      <a:cubicBezTo>
                        <a:pt x="105711" y="60604"/>
                        <a:pt x="113045" y="51936"/>
                        <a:pt x="112759" y="45935"/>
                      </a:cubicBezTo>
                      <a:cubicBezTo>
                        <a:pt x="112664" y="39934"/>
                        <a:pt x="110854" y="35458"/>
                        <a:pt x="109902" y="34696"/>
                      </a:cubicBezTo>
                      <a:cubicBezTo>
                        <a:pt x="108949" y="34029"/>
                        <a:pt x="107235" y="34029"/>
                        <a:pt x="104568" y="337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Inclusive Sans" pitchFamily="2" charset="0"/>
                  </a:endParaRPr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BD99D3-CBB9-179F-2685-BA7BF8308696}"/>
              </a:ext>
            </a:extLst>
          </p:cNvPr>
          <p:cNvSpPr txBox="1"/>
          <p:nvPr/>
        </p:nvSpPr>
        <p:spPr>
          <a:xfrm>
            <a:off x="1520280" y="1249639"/>
            <a:ext cx="509947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  <a:cs typeface="Arial" pitchFamily="34" charset="0"/>
              </a:rPr>
              <a:t>Thank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10B8C2C-4603-C007-0E54-7CD78CB97E98}"/>
              </a:ext>
            </a:extLst>
          </p:cNvPr>
          <p:cNvSpPr txBox="1"/>
          <p:nvPr/>
        </p:nvSpPr>
        <p:spPr>
          <a:xfrm>
            <a:off x="2148657" y="2938085"/>
            <a:ext cx="384272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lusive Sans" pitchFamily="2" charset="0"/>
                <a:cs typeface="Arial" pitchFamily="34" charset="0"/>
              </a:rPr>
              <a:t>You!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5F669C-40F8-B9CE-6B0E-D668AF753C19}"/>
              </a:ext>
            </a:extLst>
          </p:cNvPr>
          <p:cNvSpPr/>
          <p:nvPr/>
        </p:nvSpPr>
        <p:spPr bwMode="auto">
          <a:xfrm>
            <a:off x="1386403" y="5710335"/>
            <a:ext cx="5233350" cy="895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8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 animBg="1"/>
      <p:bldP spid="161" grpId="0" animBg="1"/>
      <p:bldP spid="171" grpId="0" animBg="1"/>
      <p:bldP spid="172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6" grpId="0" animBg="1"/>
      <p:bldP spid="5" grpId="0"/>
      <p:bldP spid="175" grpId="0"/>
    </p:bldLst>
  </p:timing>
</p:sld>
</file>

<file path=ppt/theme/theme1.xml><?xml version="1.0" encoding="utf-8"?>
<a:theme xmlns:a="http://schemas.openxmlformats.org/drawingml/2006/main" name="impact-of-social-media-theme">
  <a:themeElements>
    <a:clrScheme name="Custom 18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D230"/>
      </a:accent1>
      <a:accent2>
        <a:srgbClr val="7F63A6"/>
      </a:accent2>
      <a:accent3>
        <a:srgbClr val="F2389E"/>
      </a:accent3>
      <a:accent4>
        <a:srgbClr val="F2F2F2"/>
      </a:accent4>
      <a:accent5>
        <a:srgbClr val="3F3F3F"/>
      </a:accent5>
      <a:accent6>
        <a:srgbClr val="F2F2F2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ketchbubble_MC1_Theme" id="{686A07EB-2B9E-48A0-8CCC-5BAD4BE0E238}" vid="{660E79CE-BC43-44FF-8C21-A88327A357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Sketchbubble_MC1_Theme</Template>
  <TotalTime>955</TotalTime>
  <Words>515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Inclusive Sans</vt:lpstr>
      <vt:lpstr>Wingdings</vt:lpstr>
      <vt:lpstr>impact-of-social-media-theme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Social Media Algorithm.</vt:lpstr>
      <vt:lpstr>Positive Impacts of Social Media Algorithms</vt:lpstr>
      <vt:lpstr>Negative Impacts of Social Media Algorithms</vt:lpstr>
      <vt:lpstr>Real-life Effects on Youth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Arora</dc:creator>
  <cp:lastModifiedBy>vedha1321@gmail.com</cp:lastModifiedBy>
  <cp:revision>210</cp:revision>
  <dcterms:created xsi:type="dcterms:W3CDTF">2021-01-08T08:29:29Z</dcterms:created>
  <dcterms:modified xsi:type="dcterms:W3CDTF">2026-03-08T17:29:51Z</dcterms:modified>
</cp:coreProperties>
</file>